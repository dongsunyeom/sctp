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c2d6d848674d7a" /><Relationship Type="http://schemas.openxmlformats.org/officeDocument/2006/relationships/extended-properties" Target="/docProps/app.xml" Id="R2b81c226f3c048ce" /><Relationship Type="http://schemas.openxmlformats.org/officeDocument/2006/relationships/officeDocument" Target="/ppt/presentation.xml" Id="R7ec3c0eb086648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07ffc7f62c4883"/>
  </p:sldMasterIdLst>
  <p:notesMasterIdLst>
    <p:notesMasterId xmlns:r="http://schemas.openxmlformats.org/officeDocument/2006/relationships" r:id="Re5e30cb262004af3"/>
  </p:notesMasterIdLst>
  <p:sldIdLst>
    <p:sldId xmlns:r="http://schemas.openxmlformats.org/officeDocument/2006/relationships" id="256" r:id="Ra52a90d7715b489f"/>
    <p:sldId xmlns:r="http://schemas.openxmlformats.org/officeDocument/2006/relationships" id="257" r:id="R4f824e2119354f06"/>
    <p:sldId xmlns:r="http://schemas.openxmlformats.org/officeDocument/2006/relationships" id="258" r:id="Rdd5044a9c18f4c66"/>
    <p:sldId xmlns:r="http://schemas.openxmlformats.org/officeDocument/2006/relationships" id="259" r:id="R1abb7b371bf94189"/>
    <p:sldId xmlns:r="http://schemas.openxmlformats.org/officeDocument/2006/relationships" id="260" r:id="R3e78cddf7ff64298"/>
    <p:sldId xmlns:r="http://schemas.openxmlformats.org/officeDocument/2006/relationships" id="261" r:id="Re1d4c5cf7bb94805"/>
    <p:sldId xmlns:r="http://schemas.openxmlformats.org/officeDocument/2006/relationships" id="262" r:id="Re40f4dfdb0f74f32"/>
    <p:sldId xmlns:r="http://schemas.openxmlformats.org/officeDocument/2006/relationships" id="263" r:id="R4ec60d95aafe4acc"/>
    <p:sldId xmlns:r="http://schemas.openxmlformats.org/officeDocument/2006/relationships" id="264" r:id="R480989477ad64edf"/>
    <p:sldId xmlns:r="http://schemas.openxmlformats.org/officeDocument/2006/relationships" id="265" r:id="Rb0b9c1e600ad40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091458870d47e6" /><Relationship Type="http://schemas.openxmlformats.org/officeDocument/2006/relationships/slideMaster" Target="/ppt/slideMasters/slideMaster1.xml" Id="R1e07ffc7f62c4883" /><Relationship Type="http://schemas.openxmlformats.org/officeDocument/2006/relationships/notesMaster" Target="/ppt/notesMasters/notesMaster1.xml" Id="Re5e30cb262004af3" /><Relationship Type="http://schemas.openxmlformats.org/officeDocument/2006/relationships/presProps" Target="/ppt/presProps.xml" Id="Rdcf1da3e26e24173" /><Relationship Type="http://schemas.openxmlformats.org/officeDocument/2006/relationships/tableStyles" Target="/ppt/tableStyles.xml" Id="R263f5860ea7b4268" /><Relationship Type="http://schemas.openxmlformats.org/officeDocument/2006/relationships/slide" Target="/ppt/slides/slide1.xml" Id="Ra52a90d7715b489f" /><Relationship Type="http://schemas.openxmlformats.org/officeDocument/2006/relationships/slide" Target="/ppt/slides/slide2.xml" Id="R4f824e2119354f06" /><Relationship Type="http://schemas.openxmlformats.org/officeDocument/2006/relationships/slide" Target="/ppt/slides/slide3.xml" Id="Rdd5044a9c18f4c66" /><Relationship Type="http://schemas.openxmlformats.org/officeDocument/2006/relationships/slide" Target="/ppt/slides/slide4.xml" Id="R1abb7b371bf94189" /><Relationship Type="http://schemas.openxmlformats.org/officeDocument/2006/relationships/slide" Target="/ppt/slides/slide5.xml" Id="R3e78cddf7ff64298" /><Relationship Type="http://schemas.openxmlformats.org/officeDocument/2006/relationships/slide" Target="/ppt/slides/slide6.xml" Id="Re1d4c5cf7bb94805" /><Relationship Type="http://schemas.openxmlformats.org/officeDocument/2006/relationships/slide" Target="/ppt/slides/slide7.xml" Id="Re40f4dfdb0f74f32" /><Relationship Type="http://schemas.openxmlformats.org/officeDocument/2006/relationships/slide" Target="/ppt/slides/slide8.xml" Id="R4ec60d95aafe4acc" /><Relationship Type="http://schemas.openxmlformats.org/officeDocument/2006/relationships/slide" Target="/ppt/slides/slide9.xml" Id="R480989477ad64edf" /><Relationship Type="http://schemas.openxmlformats.org/officeDocument/2006/relationships/slide" Target="/ppt/slides/slide10.xml" Id="Rb0b9c1e600ad40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9535ee9a8f4a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f284e1e56b477e" /><Relationship Type="http://schemas.openxmlformats.org/officeDocument/2006/relationships/notesMaster" Target="/ppt/notesMasters/notesMaster1.xml" Id="R94c2026b661d45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e1f5f861494a3f" /><Relationship Type="http://schemas.openxmlformats.org/officeDocument/2006/relationships/notesMaster" Target="/ppt/notesMasters/notesMaster1.xml" Id="R1dd1d4208ef645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e1c207f7074dd5" /><Relationship Type="http://schemas.openxmlformats.org/officeDocument/2006/relationships/notesMaster" Target="/ppt/notesMasters/notesMaster1.xml" Id="Rc4da722b9fa941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32324c1e454eed" /><Relationship Type="http://schemas.openxmlformats.org/officeDocument/2006/relationships/notesMaster" Target="/ppt/notesMasters/notesMaster1.xml" Id="R713d4753133740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38d08ea074437c" /><Relationship Type="http://schemas.openxmlformats.org/officeDocument/2006/relationships/notesMaster" Target="/ppt/notesMasters/notesMaster1.xml" Id="Rfeed0f0044f748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68130170ce400e" /><Relationship Type="http://schemas.openxmlformats.org/officeDocument/2006/relationships/notesMaster" Target="/ppt/notesMasters/notesMaster1.xml" Id="R031e8a3299e24e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8c0be3d4d6408b" /><Relationship Type="http://schemas.openxmlformats.org/officeDocument/2006/relationships/notesMaster" Target="/ppt/notesMasters/notesMaster1.xml" Id="R99544b25414d49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bac284c0d94fff" /><Relationship Type="http://schemas.openxmlformats.org/officeDocument/2006/relationships/notesMaster" Target="/ppt/notesMasters/notesMaster1.xml" Id="R0a84848381b84f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03e8d6f1574c62" /><Relationship Type="http://schemas.openxmlformats.org/officeDocument/2006/relationships/notesMaster" Target="/ppt/notesMasters/notesMaster1.xml" Id="R84282b19962b4e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c606246ea84f3a" /><Relationship Type="http://schemas.openxmlformats.org/officeDocument/2006/relationships/notesMaster" Target="/ppt/notesMasters/notesMaster1.xml" Id="R3b5c8b12d6dc41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55766730f946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1b68d5980844e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7f765a129f4f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fa43e718e7495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03791e76e84c4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9c6c2678a842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6F3275-45D2-4D68-B736-2377F1F830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44615C5-DCD4-4FE6-8817-E33A51B87B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B4DA99F-D0F6-438A-96BC-BBC1FAEBCB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585AC0-7269-4CE2-B413-76CBDE8AFC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5C8F156-0396-4F67-8553-46B02E8988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7499E89-DCED-442E-A85A-F1A9752CC7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43CDF3-689E-46D6-B4B9-296CE62C36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92EE413-EE95-41F5-A276-EA3F3C0BBC0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7D4516-AE1D-452B-91D5-B001F7CF21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302E7C-ED0E-46F3-9247-82281C8F73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f1e6d3fd72458f" /><Relationship Type="http://schemas.openxmlformats.org/officeDocument/2006/relationships/slideLayout" Target="/ppt/slideLayouts/slideLayout1.xml" Id="R22639a8e0e1d499b" /><Relationship Type="http://schemas.openxmlformats.org/officeDocument/2006/relationships/slideLayout" Target="/ppt/slideLayouts/slideLayout2.xml" Id="R0a94212a350641ed" /><Relationship Type="http://schemas.openxmlformats.org/officeDocument/2006/relationships/slideLayout" Target="/ppt/slideLayouts/slideLayout3.xml" Id="Rba40753aa58c4546" /><Relationship Type="http://schemas.openxmlformats.org/officeDocument/2006/relationships/slideLayout" Target="/ppt/slideLayouts/slideLayout4.xml" Id="Rc48f06a20f84472a" /><Relationship Type="http://schemas.openxmlformats.org/officeDocument/2006/relationships/slideLayout" Target="/ppt/slideLayouts/slideLayout5.xml" Id="Ref9fb0534281407c" /><Relationship Type="http://schemas.openxmlformats.org/officeDocument/2006/relationships/slideLayout" Target="/ppt/slideLayouts/slideLayout6.xml" Id="R8201f4a9fc2541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639a8e0e1d499b"/>
    <p:sldLayoutId xmlns:r="http://schemas.openxmlformats.org/officeDocument/2006/relationships" id="2147483650" r:id="R0a94212a350641ed"/>
    <p:sldLayoutId xmlns:r="http://schemas.openxmlformats.org/officeDocument/2006/relationships" id="2147483651" r:id="Rba40753aa58c4546"/>
    <p:sldLayoutId xmlns:r="http://schemas.openxmlformats.org/officeDocument/2006/relationships" id="2147483652" r:id="Rc48f06a20f84472a"/>
    <p:sldLayoutId xmlns:r="http://schemas.openxmlformats.org/officeDocument/2006/relationships" id="2147483653" r:id="Ref9fb0534281407c"/>
    <p:sldLayoutId xmlns:r="http://schemas.openxmlformats.org/officeDocument/2006/relationships" id="2147483654" r:id="R8201f4a9fc2541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e75ef5e0eb45ee" /><Relationship Type="http://schemas.openxmlformats.org/officeDocument/2006/relationships/notesSlide" Target="/ppt/notesSlides/notesSlide1.xml" Id="R51f6fd4d2c9342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1edb870cb34f85" /><Relationship Type="http://schemas.openxmlformats.org/officeDocument/2006/relationships/notesSlide" Target="/ppt/notesSlides/notesSlide2.xml" Id="R355ab3de9e4747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34ee8126384491" /><Relationship Type="http://schemas.openxmlformats.org/officeDocument/2006/relationships/notesSlide" Target="/ppt/notesSlides/notesSlide3.xml" Id="R41bb22cdb97848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ddb506582d4cd3" /><Relationship Type="http://schemas.openxmlformats.org/officeDocument/2006/relationships/notesSlide" Target="/ppt/notesSlides/notesSlide4.xml" Id="R2562c97ffd274f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7e67b40dd247bb" /><Relationship Type="http://schemas.openxmlformats.org/officeDocument/2006/relationships/notesSlide" Target="/ppt/notesSlides/notesSlide5.xml" Id="R5b8d2a7aa78548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b050a95e3a471b" /><Relationship Type="http://schemas.openxmlformats.org/officeDocument/2006/relationships/notesSlide" Target="/ppt/notesSlides/notesSlide6.xml" Id="Ra09d8e83e1e741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f706f0a39249e8" /><Relationship Type="http://schemas.openxmlformats.org/officeDocument/2006/relationships/notesSlide" Target="/ppt/notesSlides/notesSlide7.xml" Id="R209d6bde61234c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9ae658f09744e4" /><Relationship Type="http://schemas.openxmlformats.org/officeDocument/2006/relationships/notesSlide" Target="/ppt/notesSlides/notesSlide8.xml" Id="Rc327b756378d4f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5cecc128b74c98" /><Relationship Type="http://schemas.openxmlformats.org/officeDocument/2006/relationships/notesSlide" Target="/ppt/notesSlides/notesSlide9.xml" Id="Ra90f0293d4c541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b1e0ac8f0e4de6" /><Relationship Type="http://schemas.openxmlformats.org/officeDocument/2006/relationships/notesSlide" Target="/ppt/notesSlides/notesSlide10.xml" Id="R09587196873f4f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3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D659C-5A1E-44F5-9DBA-BFC6DC77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A9C9BA"/>
                </a:solidFill>
              </a:defRPr>
            </a:defPPr>
            <a:lvl1pPr>
              <a:defRPr sz="1050" b="1">
                <a:solidFill>
                  <a:srgbClr val="A9C9BA"/>
                </a:solidFill>
              </a:defRPr>
            </a:lvl1pPr>
            <a:lvl2pPr>
              <a:defRPr sz="1050" b="1">
                <a:solidFill>
                  <a:srgbClr val="A9C9BA"/>
                </a:solidFill>
              </a:defRPr>
            </a:lvl2pPr>
            <a:lvl3pPr>
              <a:defRPr sz="1050" b="1">
                <a:solidFill>
                  <a:srgbClr val="A9C9BA"/>
                </a:solidFill>
              </a:defRPr>
            </a:lvl3pPr>
            <a:lvl4pPr>
              <a:defRPr sz="1050" b="1">
                <a:solidFill>
                  <a:srgbClr val="A9C9BA"/>
                </a:solidFill>
              </a:defRPr>
            </a:lvl4pPr>
            <a:lvl5pPr>
              <a:defRPr sz="1050" b="1">
                <a:solidFill>
                  <a:srgbClr val="A9C9BA"/>
                </a:solidFill>
              </a:defRPr>
            </a:lvl5pPr>
            <a:lvl6pPr>
              <a:defRPr sz="1050" b="1">
                <a:solidFill>
                  <a:srgbClr val="A9C9BA"/>
                </a:solidFill>
              </a:defRPr>
            </a:lvl6pPr>
            <a:lvl7pPr>
              <a:defRPr sz="1050" b="1">
                <a:solidFill>
                  <a:srgbClr val="A9C9BA"/>
                </a:solidFill>
              </a:defRPr>
            </a:lvl7pPr>
            <a:lvl8pPr>
              <a:defRPr sz="1050" b="1">
                <a:solidFill>
                  <a:srgbClr val="A9C9BA"/>
                </a:solidFill>
              </a:defRPr>
            </a:lvl8pPr>
            <a:lvl9pPr>
              <a:defRPr sz="1050" b="1">
                <a:solidFill>
                  <a:srgbClr val="A9C9BA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9C9BA"/>
                </a:solidFill>
              </a:defRPr>
            </a:pPr>
            <a:r>
              <a:rPr sz="1050" b="1">
                <a:solidFill>
                  <a:srgbClr val="A9C9BA"/>
                </a:solidFill>
              </a:rPr>
              <a:t>10-MINUTE TEAM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8CC91-FDD9-49BD-976E-620F7F77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FFFFFF"/>
                </a:solidFill>
              </a:defRPr>
            </a:defPPr>
            <a:lvl1pPr>
              <a:defRPr sz="2700" b="1">
                <a:solidFill>
                  <a:srgbClr val="FFFFFF"/>
                </a:solidFill>
              </a:defRPr>
            </a:lvl1pPr>
            <a:lvl2pPr>
              <a:defRPr sz="2700" b="1">
                <a:solidFill>
                  <a:srgbClr val="FFFFFF"/>
                </a:solidFill>
              </a:defRPr>
            </a:lvl2pPr>
            <a:lvl3pPr>
              <a:defRPr sz="2700" b="1">
                <a:solidFill>
                  <a:srgbClr val="FFFFFF"/>
                </a:solidFill>
              </a:defRPr>
            </a:lvl3pPr>
            <a:lvl4pPr>
              <a:defRPr sz="2700" b="1">
                <a:solidFill>
                  <a:srgbClr val="FFFFFF"/>
                </a:solidFill>
              </a:defRPr>
            </a:lvl4pPr>
            <a:lvl5pPr>
              <a:defRPr sz="2700" b="1">
                <a:solidFill>
                  <a:srgbClr val="FFFFFF"/>
                </a:solidFill>
              </a:defRPr>
            </a:lvl5pPr>
            <a:lvl6pPr>
              <a:defRPr sz="2700" b="1">
                <a:solidFill>
                  <a:srgbClr val="FFFFFF"/>
                </a:solidFill>
              </a:defRPr>
            </a:lvl6pPr>
            <a:lvl7pPr>
              <a:defRPr sz="2700" b="1">
                <a:solidFill>
                  <a:srgbClr val="FFFFFF"/>
                </a:solidFill>
              </a:defRPr>
            </a:lvl7pPr>
            <a:lvl8pPr>
              <a:defRPr sz="2700" b="1">
                <a:solidFill>
                  <a:srgbClr val="FFFFFF"/>
                </a:solidFill>
              </a:defRPr>
            </a:lvl8pPr>
            <a:lvl9pPr>
              <a:defRPr sz="27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Singapore Jobs Explorer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053B6-7CFF-47E5-BE66-EA25EBC3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A9C9BA"/>
                </a:solidFill>
              </a:defRPr>
            </a:defPPr>
            <a:lvl1pPr>
              <a:defRPr sz="900" b="0">
                <a:solidFill>
                  <a:srgbClr val="A9C9BA"/>
                </a:solidFill>
              </a:defRPr>
            </a:lvl1pPr>
            <a:lvl2pPr>
              <a:defRPr sz="900" b="0">
                <a:solidFill>
                  <a:srgbClr val="A9C9BA"/>
                </a:solidFill>
              </a:defRPr>
            </a:lvl2pPr>
            <a:lvl3pPr>
              <a:defRPr sz="900" b="0">
                <a:solidFill>
                  <a:srgbClr val="A9C9BA"/>
                </a:solidFill>
              </a:defRPr>
            </a:lvl3pPr>
            <a:lvl4pPr>
              <a:defRPr sz="900" b="0">
                <a:solidFill>
                  <a:srgbClr val="A9C9BA"/>
                </a:solidFill>
              </a:defRPr>
            </a:lvl4pPr>
            <a:lvl5pPr>
              <a:defRPr sz="900" b="0">
                <a:solidFill>
                  <a:srgbClr val="A9C9BA"/>
                </a:solidFill>
              </a:defRPr>
            </a:lvl5pPr>
            <a:lvl6pPr>
              <a:defRPr sz="900" b="0">
                <a:solidFill>
                  <a:srgbClr val="A9C9BA"/>
                </a:solidFill>
              </a:defRPr>
            </a:lvl6pPr>
            <a:lvl7pPr>
              <a:defRPr sz="900" b="0">
                <a:solidFill>
                  <a:srgbClr val="A9C9BA"/>
                </a:solidFill>
              </a:defRPr>
            </a:lvl7pPr>
            <a:lvl8pPr>
              <a:defRPr sz="900" b="0">
                <a:solidFill>
                  <a:srgbClr val="A9C9BA"/>
                </a:solidFill>
              </a:defRPr>
            </a:lvl8pPr>
            <a:lvl9pPr>
              <a:defRPr sz="900" b="0">
                <a:solidFill>
                  <a:srgbClr val="A9C9BA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A9C9BA"/>
                </a:solidFill>
              </a:defRPr>
            </a:pPr>
            <a:r>
              <a:rPr sz="900" b="0">
                <a:solidFill>
                  <a:srgbClr val="A9C9BA"/>
                </a:solidFill>
              </a:rPr>
              <a:t>SINGAPORE JOBS EXPLORER ·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56736-86B7-4AAB-B964-E0D9847C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876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0">
                <a:solidFill>
                  <a:srgbClr val="FFFFFF"/>
                </a:solidFill>
              </a:defRPr>
            </a:defPPr>
            <a:lvl1pPr>
              <a:defRPr sz="2325" b="0">
                <a:solidFill>
                  <a:srgbClr val="FFFFFF"/>
                </a:solidFill>
              </a:defRPr>
            </a:lvl1pPr>
            <a:lvl2pPr>
              <a:defRPr sz="2325" b="0">
                <a:solidFill>
                  <a:srgbClr val="FFFFFF"/>
                </a:solidFill>
              </a:defRPr>
            </a:lvl2pPr>
            <a:lvl3pPr>
              <a:defRPr sz="2325" b="0">
                <a:solidFill>
                  <a:srgbClr val="FFFFFF"/>
                </a:solidFill>
              </a:defRPr>
            </a:lvl3pPr>
            <a:lvl4pPr>
              <a:defRPr sz="2325" b="0">
                <a:solidFill>
                  <a:srgbClr val="FFFFFF"/>
                </a:solidFill>
              </a:defRPr>
            </a:lvl4pPr>
            <a:lvl5pPr>
              <a:defRPr sz="2325" b="0">
                <a:solidFill>
                  <a:srgbClr val="FFFFFF"/>
                </a:solidFill>
              </a:defRPr>
            </a:lvl5pPr>
            <a:lvl6pPr>
              <a:defRPr sz="2325" b="0">
                <a:solidFill>
                  <a:srgbClr val="FFFFFF"/>
                </a:solidFill>
              </a:defRPr>
            </a:lvl6pPr>
            <a:lvl7pPr>
              <a:defRPr sz="2325" b="0">
                <a:solidFill>
                  <a:srgbClr val="FFFFFF"/>
                </a:solidFill>
              </a:defRPr>
            </a:lvl7pPr>
            <a:lvl8pPr>
              <a:defRPr sz="2325" b="0">
                <a:solidFill>
                  <a:srgbClr val="FFFFFF"/>
                </a:solidFill>
              </a:defRPr>
            </a:lvl8pPr>
            <a:lvl9pPr>
              <a:defRPr sz="23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</a:defRPr>
            </a:pPr>
            <a:r>
              <a:rPr sz="2325" b="0">
                <a:solidFill>
                  <a:srgbClr val="FFFFFF"/>
                </a:solidFill>
              </a:rPr>
              <a:t>What job adverts can tell us about roles, pay and competition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7AEBC-CD14-47D8-9CDF-32276E16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A9C9BA"/>
                </a:solidFill>
              </a:defRPr>
            </a:defPPr>
            <a:lvl1pPr>
              <a:defRPr sz="1575" b="0">
                <a:solidFill>
                  <a:srgbClr val="A9C9BA"/>
                </a:solidFill>
              </a:defRPr>
            </a:lvl1pPr>
            <a:lvl2pPr>
              <a:defRPr sz="1575" b="0">
                <a:solidFill>
                  <a:srgbClr val="A9C9BA"/>
                </a:solidFill>
              </a:defRPr>
            </a:lvl2pPr>
            <a:lvl3pPr>
              <a:defRPr sz="1575" b="0">
                <a:solidFill>
                  <a:srgbClr val="A9C9BA"/>
                </a:solidFill>
              </a:defRPr>
            </a:lvl3pPr>
            <a:lvl4pPr>
              <a:defRPr sz="1575" b="0">
                <a:solidFill>
                  <a:srgbClr val="A9C9BA"/>
                </a:solidFill>
              </a:defRPr>
            </a:lvl4pPr>
            <a:lvl5pPr>
              <a:defRPr sz="1575" b="0">
                <a:solidFill>
                  <a:srgbClr val="A9C9BA"/>
                </a:solidFill>
              </a:defRPr>
            </a:lvl5pPr>
            <a:lvl6pPr>
              <a:defRPr sz="1575" b="0">
                <a:solidFill>
                  <a:srgbClr val="A9C9BA"/>
                </a:solidFill>
              </a:defRPr>
            </a:lvl6pPr>
            <a:lvl7pPr>
              <a:defRPr sz="1575" b="0">
                <a:solidFill>
                  <a:srgbClr val="A9C9BA"/>
                </a:solidFill>
              </a:defRPr>
            </a:lvl7pPr>
            <a:lvl8pPr>
              <a:defRPr sz="1575" b="0">
                <a:solidFill>
                  <a:srgbClr val="A9C9BA"/>
                </a:solidFill>
              </a:defRPr>
            </a:lvl8pPr>
            <a:lvl9pPr>
              <a:defRPr sz="1575" b="0">
                <a:solidFill>
                  <a:srgbClr val="A9C9B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A9C9BA"/>
                </a:solidFill>
              </a:defRPr>
            </a:pPr>
            <a:r>
              <a:rPr sz="1575" b="0">
                <a:solidFill>
                  <a:srgbClr val="A9C9BA"/>
                </a:solidFill>
              </a:rPr>
              <a:t>A starting point for career conversations in Singapore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BE76F-A9A2-4963-A9B9-ABD890AA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33625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3473F"/>
          </a:solidFill>
          <a:ln xmlns:a="http://schemas.openxmlformats.org/drawingml/2006/main" w="9525">
            <a:solidFill>
              <a:srgbClr val="23473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48A5B-C64A-4CED-BB28-A967A3AD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1462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</a:defRPr>
            </a:defPPr>
            <a:lvl1pPr algn="ctr">
              <a:defRPr sz="3300" b="1">
                <a:solidFill>
                  <a:srgbClr val="FFFFFF"/>
                </a:solidFill>
              </a:defRPr>
            </a:lvl1pPr>
            <a:lvl2pPr algn="ctr">
              <a:defRPr sz="3300" b="1">
                <a:solidFill>
                  <a:srgbClr val="FFFFFF"/>
                </a:solidFill>
              </a:defRPr>
            </a:lvl2pPr>
            <a:lvl3pPr algn="ctr">
              <a:defRPr sz="3300" b="1">
                <a:solidFill>
                  <a:srgbClr val="FFFFFF"/>
                </a:solidFill>
              </a:defRPr>
            </a:lvl3pPr>
            <a:lvl4pPr algn="ctr">
              <a:defRPr sz="3300" b="1">
                <a:solidFill>
                  <a:srgbClr val="FFFFFF"/>
                </a:solidFill>
              </a:defRPr>
            </a:lvl4pPr>
            <a:lvl5pPr algn="ctr">
              <a:defRPr sz="3300" b="1">
                <a:solidFill>
                  <a:srgbClr val="FFFFFF"/>
                </a:solidFill>
              </a:defRPr>
            </a:lvl5pPr>
            <a:lvl6pPr algn="ctr">
              <a:defRPr sz="3300" b="1">
                <a:solidFill>
                  <a:srgbClr val="FFFFFF"/>
                </a:solidFill>
              </a:defRPr>
            </a:lvl6pPr>
            <a:lvl7pPr algn="ctr">
              <a:defRPr sz="3300" b="1">
                <a:solidFill>
                  <a:srgbClr val="FFFFFF"/>
                </a:solidFill>
              </a:defRPr>
            </a:lvl7pPr>
            <a:lvl8pPr algn="ctr">
              <a:defRPr sz="3300" b="1">
                <a:solidFill>
                  <a:srgbClr val="FFFFFF"/>
                </a:solidFill>
              </a:defRPr>
            </a:lvl8pPr>
            <a:lvl9pPr algn="ctr">
              <a:defRPr sz="33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1.04M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05E54-3267-4ECB-AD74-A0A9FF2E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290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A9C9BA"/>
                </a:solidFill>
              </a:defRPr>
            </a:defPPr>
            <a:lvl1pPr algn="ctr">
              <a:defRPr sz="1350" b="0">
                <a:solidFill>
                  <a:srgbClr val="A9C9BA"/>
                </a:solidFill>
              </a:defRPr>
            </a:lvl1pPr>
            <a:lvl2pPr algn="ctr">
              <a:defRPr sz="1350" b="0">
                <a:solidFill>
                  <a:srgbClr val="A9C9BA"/>
                </a:solidFill>
              </a:defRPr>
            </a:lvl2pPr>
            <a:lvl3pPr algn="ctr">
              <a:defRPr sz="1350" b="0">
                <a:solidFill>
                  <a:srgbClr val="A9C9BA"/>
                </a:solidFill>
              </a:defRPr>
            </a:lvl3pPr>
            <a:lvl4pPr algn="ctr">
              <a:defRPr sz="1350" b="0">
                <a:solidFill>
                  <a:srgbClr val="A9C9BA"/>
                </a:solidFill>
              </a:defRPr>
            </a:lvl4pPr>
            <a:lvl5pPr algn="ctr">
              <a:defRPr sz="1350" b="0">
                <a:solidFill>
                  <a:srgbClr val="A9C9BA"/>
                </a:solidFill>
              </a:defRPr>
            </a:lvl5pPr>
            <a:lvl6pPr algn="ctr">
              <a:defRPr sz="1350" b="0">
                <a:solidFill>
                  <a:srgbClr val="A9C9BA"/>
                </a:solidFill>
              </a:defRPr>
            </a:lvl6pPr>
            <a:lvl7pPr algn="ctr">
              <a:defRPr sz="1350" b="0">
                <a:solidFill>
                  <a:srgbClr val="A9C9BA"/>
                </a:solidFill>
              </a:defRPr>
            </a:lvl7pPr>
            <a:lvl8pPr algn="ctr">
              <a:defRPr sz="1350" b="0">
                <a:solidFill>
                  <a:srgbClr val="A9C9BA"/>
                </a:solidFill>
              </a:defRPr>
            </a:lvl8pPr>
            <a:lvl9pPr algn="ctr">
              <a:defRPr sz="1350" b="0">
                <a:solidFill>
                  <a:srgbClr val="A9C9BA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A9C9BA"/>
                </a:solidFill>
              </a:defRPr>
            </a:pPr>
            <a:r>
              <a:rPr sz="1350" b="0">
                <a:solidFill>
                  <a:srgbClr val="A9C9BA"/>
                </a:solidFill>
              </a:rPr>
              <a:t>postings explored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2FF2D-82C9-48B6-A70C-5FF47FC3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Group 7</a:t>
            </a:r>
          </a:p>
        </p:txBody>
      </p:sp>
    </p:spTree>
    <p:extLst>
      <p:ext uri="{BB962C8B-B14F-4D97-AF65-F5344CB8AC3E}">
        <p14:creationId xmlns:p14="http://schemas.microsoft.com/office/powerpoint/2010/main" val="8479247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626B43-38BB-486F-952E-0D46C099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F6B5F"/>
                </a:solidFill>
              </a:defRPr>
            </a:defPPr>
            <a:lvl1pPr>
              <a:defRPr sz="1050" b="1">
                <a:solidFill>
                  <a:srgbClr val="2F6B5F"/>
                </a:solidFill>
              </a:defRPr>
            </a:lvl1pPr>
            <a:lvl2pPr>
              <a:defRPr sz="1050" b="1">
                <a:solidFill>
                  <a:srgbClr val="2F6B5F"/>
                </a:solidFill>
              </a:defRPr>
            </a:lvl2pPr>
            <a:lvl3pPr>
              <a:defRPr sz="1050" b="1">
                <a:solidFill>
                  <a:srgbClr val="2F6B5F"/>
                </a:solidFill>
              </a:defRPr>
            </a:lvl3pPr>
            <a:lvl4pPr>
              <a:defRPr sz="1050" b="1">
                <a:solidFill>
                  <a:srgbClr val="2F6B5F"/>
                </a:solidFill>
              </a:defRPr>
            </a:lvl4pPr>
            <a:lvl5pPr>
              <a:defRPr sz="1050" b="1">
                <a:solidFill>
                  <a:srgbClr val="2F6B5F"/>
                </a:solidFill>
              </a:defRPr>
            </a:lvl5pPr>
            <a:lvl6pPr>
              <a:defRPr sz="1050" b="1">
                <a:solidFill>
                  <a:srgbClr val="2F6B5F"/>
                </a:solidFill>
              </a:defRPr>
            </a:lvl6pPr>
            <a:lvl7pPr>
              <a:defRPr sz="1050" b="1">
                <a:solidFill>
                  <a:srgbClr val="2F6B5F"/>
                </a:solidFill>
              </a:defRPr>
            </a:lvl7pPr>
            <a:lvl8pPr>
              <a:defRPr sz="1050" b="1">
                <a:solidFill>
                  <a:srgbClr val="2F6B5F"/>
                </a:solidFill>
              </a:defRPr>
            </a:lvl8pPr>
            <a:lvl9pPr>
              <a:defRPr sz="1050" b="1">
                <a:solidFill>
                  <a:srgbClr val="2F6B5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F6B5F"/>
                </a:solidFill>
              </a:defRPr>
            </a:pPr>
            <a:r>
              <a:rPr sz="1050" b="1">
                <a:solidFill>
                  <a:srgbClr val="2F6B5F"/>
                </a:solidFill>
              </a:rPr>
              <a:t>THE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9E2E4-81EA-45AB-86DC-B9A040D5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8332D"/>
                </a:solidFill>
              </a:defRPr>
            </a:defPPr>
            <a:lvl1pPr>
              <a:defRPr sz="2700" b="1">
                <a:solidFill>
                  <a:srgbClr val="18332D"/>
                </a:solidFill>
              </a:defRPr>
            </a:lvl1pPr>
            <a:lvl2pPr>
              <a:defRPr sz="2700" b="1">
                <a:solidFill>
                  <a:srgbClr val="18332D"/>
                </a:solidFill>
              </a:defRPr>
            </a:lvl2pPr>
            <a:lvl3pPr>
              <a:defRPr sz="2700" b="1">
                <a:solidFill>
                  <a:srgbClr val="18332D"/>
                </a:solidFill>
              </a:defRPr>
            </a:lvl3pPr>
            <a:lvl4pPr>
              <a:defRPr sz="2700" b="1">
                <a:solidFill>
                  <a:srgbClr val="18332D"/>
                </a:solidFill>
              </a:defRPr>
            </a:lvl4pPr>
            <a:lvl5pPr>
              <a:defRPr sz="2700" b="1">
                <a:solidFill>
                  <a:srgbClr val="18332D"/>
                </a:solidFill>
              </a:defRPr>
            </a:lvl5pPr>
            <a:lvl6pPr>
              <a:defRPr sz="2700" b="1">
                <a:solidFill>
                  <a:srgbClr val="18332D"/>
                </a:solidFill>
              </a:defRPr>
            </a:lvl6pPr>
            <a:lvl7pPr>
              <a:defRPr sz="2700" b="1">
                <a:solidFill>
                  <a:srgbClr val="18332D"/>
                </a:solidFill>
              </a:defRPr>
            </a:lvl7pPr>
            <a:lvl8pPr>
              <a:defRPr sz="2700" b="1">
                <a:solidFill>
                  <a:srgbClr val="18332D"/>
                </a:solidFill>
              </a:defRPr>
            </a:lvl8pPr>
            <a:lvl9pPr>
              <a:defRPr sz="2700" b="1">
                <a:solidFill>
                  <a:srgbClr val="18332D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8332D"/>
                </a:solidFill>
              </a:defRPr>
            </a:pPr>
            <a:r>
              <a:rPr sz="2700" b="1">
                <a:solidFill>
                  <a:srgbClr val="18332D"/>
                </a:solidFill>
              </a:rPr>
              <a:t>A career conversation needs a quick view of the market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D4AB6-7864-47E4-B54D-25B4B811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1716B"/>
                </a:solidFill>
              </a:defRPr>
            </a:defPPr>
            <a:lvl1pPr>
              <a:defRPr sz="900" b="0">
                <a:solidFill>
                  <a:srgbClr val="61716B"/>
                </a:solidFill>
              </a:defRPr>
            </a:lvl1pPr>
            <a:lvl2pPr>
              <a:defRPr sz="900" b="0">
                <a:solidFill>
                  <a:srgbClr val="61716B"/>
                </a:solidFill>
              </a:defRPr>
            </a:lvl2pPr>
            <a:lvl3pPr>
              <a:defRPr sz="900" b="0">
                <a:solidFill>
                  <a:srgbClr val="61716B"/>
                </a:solidFill>
              </a:defRPr>
            </a:lvl3pPr>
            <a:lvl4pPr>
              <a:defRPr sz="900" b="0">
                <a:solidFill>
                  <a:srgbClr val="61716B"/>
                </a:solidFill>
              </a:defRPr>
            </a:lvl4pPr>
            <a:lvl5pPr>
              <a:defRPr sz="900" b="0">
                <a:solidFill>
                  <a:srgbClr val="61716B"/>
                </a:solidFill>
              </a:defRPr>
            </a:lvl5pPr>
            <a:lvl6pPr>
              <a:defRPr sz="900" b="0">
                <a:solidFill>
                  <a:srgbClr val="61716B"/>
                </a:solidFill>
              </a:defRPr>
            </a:lvl6pPr>
            <a:lvl7pPr>
              <a:defRPr sz="900" b="0">
                <a:solidFill>
                  <a:srgbClr val="61716B"/>
                </a:solidFill>
              </a:defRPr>
            </a:lvl7pPr>
            <a:lvl8pPr>
              <a:defRPr sz="900" b="0">
                <a:solidFill>
                  <a:srgbClr val="61716B"/>
                </a:solidFill>
              </a:defRPr>
            </a:lvl8pPr>
            <a:lvl9pPr>
              <a:defRPr sz="900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1716B"/>
                </a:solidFill>
              </a:defRPr>
            </a:pPr>
            <a:r>
              <a:rPr sz="900" b="0">
                <a:solidFill>
                  <a:srgbClr val="61716B"/>
                </a:solidFill>
              </a:rPr>
              <a:t>SINGAPORE JOBS EXPLORER ·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9964F-20F3-4130-8592-734FC663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8332D"/>
                </a:solidFill>
              </a:defRPr>
            </a:defPPr>
            <a:lvl1pPr>
              <a:defRPr sz="2625" b="1">
                <a:solidFill>
                  <a:srgbClr val="18332D"/>
                </a:solidFill>
              </a:defRPr>
            </a:lvl1pPr>
            <a:lvl2pPr>
              <a:defRPr sz="2625" b="1">
                <a:solidFill>
                  <a:srgbClr val="18332D"/>
                </a:solidFill>
              </a:defRPr>
            </a:lvl2pPr>
            <a:lvl3pPr>
              <a:defRPr sz="2625" b="1">
                <a:solidFill>
                  <a:srgbClr val="18332D"/>
                </a:solidFill>
              </a:defRPr>
            </a:lvl3pPr>
            <a:lvl4pPr>
              <a:defRPr sz="2625" b="1">
                <a:solidFill>
                  <a:srgbClr val="18332D"/>
                </a:solidFill>
              </a:defRPr>
            </a:lvl4pPr>
            <a:lvl5pPr>
              <a:defRPr sz="2625" b="1">
                <a:solidFill>
                  <a:srgbClr val="18332D"/>
                </a:solidFill>
              </a:defRPr>
            </a:lvl5pPr>
            <a:lvl6pPr>
              <a:defRPr sz="2625" b="1">
                <a:solidFill>
                  <a:srgbClr val="18332D"/>
                </a:solidFill>
              </a:defRPr>
            </a:lvl6pPr>
            <a:lvl7pPr>
              <a:defRPr sz="2625" b="1">
                <a:solidFill>
                  <a:srgbClr val="18332D"/>
                </a:solidFill>
              </a:defRPr>
            </a:lvl7pPr>
            <a:lvl8pPr>
              <a:defRPr sz="2625" b="1">
                <a:solidFill>
                  <a:srgbClr val="18332D"/>
                </a:solidFill>
              </a:defRPr>
            </a:lvl8pPr>
            <a:lvl9pPr>
              <a:defRPr sz="2625" b="1">
                <a:solidFill>
                  <a:srgbClr val="18332D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8332D"/>
                </a:solidFill>
              </a:defRPr>
            </a:pPr>
            <a:r>
              <a:rPr sz="2625" b="1">
                <a:solidFill>
                  <a:srgbClr val="18332D"/>
                </a:solidFill>
              </a:rPr>
              <a:t>Where are roles advertised, what pay is listed, and how does competition vary?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283BA-1DD7-44FC-AE0A-C9073535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14325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0B334-3100-4FC2-8F36-9F479B68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2724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61716B"/>
                </a:solidFill>
              </a:defRPr>
            </a:defPPr>
            <a:lvl1pPr>
              <a:defRPr sz="975" b="1">
                <a:solidFill>
                  <a:srgbClr val="61716B"/>
                </a:solidFill>
              </a:defRPr>
            </a:lvl1pPr>
            <a:lvl2pPr>
              <a:defRPr sz="975" b="1">
                <a:solidFill>
                  <a:srgbClr val="61716B"/>
                </a:solidFill>
              </a:defRPr>
            </a:lvl2pPr>
            <a:lvl3pPr>
              <a:defRPr sz="975" b="1">
                <a:solidFill>
                  <a:srgbClr val="61716B"/>
                </a:solidFill>
              </a:defRPr>
            </a:lvl3pPr>
            <a:lvl4pPr>
              <a:defRPr sz="975" b="1">
                <a:solidFill>
                  <a:srgbClr val="61716B"/>
                </a:solidFill>
              </a:defRPr>
            </a:lvl4pPr>
            <a:lvl5pPr>
              <a:defRPr sz="975" b="1">
                <a:solidFill>
                  <a:srgbClr val="61716B"/>
                </a:solidFill>
              </a:defRPr>
            </a:lvl5pPr>
            <a:lvl6pPr>
              <a:defRPr sz="975" b="1">
                <a:solidFill>
                  <a:srgbClr val="61716B"/>
                </a:solidFill>
              </a:defRPr>
            </a:lvl6pPr>
            <a:lvl7pPr>
              <a:defRPr sz="975" b="1">
                <a:solidFill>
                  <a:srgbClr val="61716B"/>
                </a:solidFill>
              </a:defRPr>
            </a:lvl7pPr>
            <a:lvl8pPr>
              <a:defRPr sz="975" b="1">
                <a:solidFill>
                  <a:srgbClr val="61716B"/>
                </a:solidFill>
              </a:defRPr>
            </a:lvl8pPr>
            <a:lvl9pPr>
              <a:defRPr sz="975" b="1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1716B"/>
                </a:solidFill>
              </a:defRPr>
            </a:pPr>
            <a:r>
              <a:rPr sz="975" b="1">
                <a:solidFill>
                  <a:srgbClr val="61716B"/>
                </a:solidFill>
              </a:rPr>
              <a:t>WHO USES 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BDB76-907D-42C9-9970-D70707C1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2724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2F6B5F"/>
                </a:solidFill>
              </a:defRPr>
            </a:defPPr>
            <a:lvl1pPr>
              <a:defRPr sz="2400" b="1">
                <a:solidFill>
                  <a:srgbClr val="2F6B5F"/>
                </a:solidFill>
              </a:defRPr>
            </a:lvl1pPr>
            <a:lvl2pPr>
              <a:defRPr sz="2400" b="1">
                <a:solidFill>
                  <a:srgbClr val="2F6B5F"/>
                </a:solidFill>
              </a:defRPr>
            </a:lvl2pPr>
            <a:lvl3pPr>
              <a:defRPr sz="2400" b="1">
                <a:solidFill>
                  <a:srgbClr val="2F6B5F"/>
                </a:solidFill>
              </a:defRPr>
            </a:lvl3pPr>
            <a:lvl4pPr>
              <a:defRPr sz="2400" b="1">
                <a:solidFill>
                  <a:srgbClr val="2F6B5F"/>
                </a:solidFill>
              </a:defRPr>
            </a:lvl4pPr>
            <a:lvl5pPr>
              <a:defRPr sz="2400" b="1">
                <a:solidFill>
                  <a:srgbClr val="2F6B5F"/>
                </a:solidFill>
              </a:defRPr>
            </a:lvl5pPr>
            <a:lvl6pPr>
              <a:defRPr sz="2400" b="1">
                <a:solidFill>
                  <a:srgbClr val="2F6B5F"/>
                </a:solidFill>
              </a:defRPr>
            </a:lvl6pPr>
            <a:lvl7pPr>
              <a:defRPr sz="2400" b="1">
                <a:solidFill>
                  <a:srgbClr val="2F6B5F"/>
                </a:solidFill>
              </a:defRPr>
            </a:lvl7pPr>
            <a:lvl8pPr>
              <a:defRPr sz="2400" b="1">
                <a:solidFill>
                  <a:srgbClr val="2F6B5F"/>
                </a:solidFill>
              </a:defRPr>
            </a:lvl8pPr>
            <a:lvl9pPr>
              <a:defRPr sz="2400" b="1">
                <a:solidFill>
                  <a:srgbClr val="2F6B5F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F6B5F"/>
                </a:solidFill>
              </a:defRPr>
            </a:pPr>
            <a:r>
              <a:rPr sz="2400" b="1">
                <a:solidFill>
                  <a:srgbClr val="2F6B5F"/>
                </a:solidFill>
              </a:rPr>
              <a:t>Career coaches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A5AF0-E886-467C-B8E0-9282EA7F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00625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1716B"/>
                </a:solidFill>
              </a:defRPr>
            </a:defPPr>
            <a:lvl1pPr>
              <a:defRPr sz="1275" b="0">
                <a:solidFill>
                  <a:srgbClr val="61716B"/>
                </a:solidFill>
              </a:defRPr>
            </a:lvl1pPr>
            <a:lvl2pPr>
              <a:defRPr sz="1275" b="0">
                <a:solidFill>
                  <a:srgbClr val="61716B"/>
                </a:solidFill>
              </a:defRPr>
            </a:lvl2pPr>
            <a:lvl3pPr>
              <a:defRPr sz="1275" b="0">
                <a:solidFill>
                  <a:srgbClr val="61716B"/>
                </a:solidFill>
              </a:defRPr>
            </a:lvl3pPr>
            <a:lvl4pPr>
              <a:defRPr sz="1275" b="0">
                <a:solidFill>
                  <a:srgbClr val="61716B"/>
                </a:solidFill>
              </a:defRPr>
            </a:lvl4pPr>
            <a:lvl5pPr>
              <a:defRPr sz="1275" b="0">
                <a:solidFill>
                  <a:srgbClr val="61716B"/>
                </a:solidFill>
              </a:defRPr>
            </a:lvl5pPr>
            <a:lvl6pPr>
              <a:defRPr sz="1275" b="0">
                <a:solidFill>
                  <a:srgbClr val="61716B"/>
                </a:solidFill>
              </a:defRPr>
            </a:lvl6pPr>
            <a:lvl7pPr>
              <a:defRPr sz="1275" b="0">
                <a:solidFill>
                  <a:srgbClr val="61716B"/>
                </a:solidFill>
              </a:defRPr>
            </a:lvl7pPr>
            <a:lvl8pPr>
              <a:defRPr sz="1275" b="0">
                <a:solidFill>
                  <a:srgbClr val="61716B"/>
                </a:solidFill>
              </a:defRPr>
            </a:lvl8pPr>
            <a:lvl9pPr>
              <a:defRPr sz="1275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6B"/>
                </a:solidFill>
              </a:defRPr>
            </a:pPr>
            <a:r>
              <a:rPr sz="1275" b="0">
                <a:solidFill>
                  <a:srgbClr val="61716B"/>
                </a:solidFill>
              </a:rPr>
              <a:t>Prepare for an evidence-based first discussion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D7363-27E6-47A5-AAEC-431A8B03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10000"/>
            <a:ext cx="314325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8528F-A1CB-47A7-8010-FB1D839E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981450"/>
            <a:ext cx="2724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61716B"/>
                </a:solidFill>
              </a:defRPr>
            </a:defPPr>
            <a:lvl1pPr>
              <a:defRPr sz="975" b="1">
                <a:solidFill>
                  <a:srgbClr val="61716B"/>
                </a:solidFill>
              </a:defRPr>
            </a:lvl1pPr>
            <a:lvl2pPr>
              <a:defRPr sz="975" b="1">
                <a:solidFill>
                  <a:srgbClr val="61716B"/>
                </a:solidFill>
              </a:defRPr>
            </a:lvl2pPr>
            <a:lvl3pPr>
              <a:defRPr sz="975" b="1">
                <a:solidFill>
                  <a:srgbClr val="61716B"/>
                </a:solidFill>
              </a:defRPr>
            </a:lvl3pPr>
            <a:lvl4pPr>
              <a:defRPr sz="975" b="1">
                <a:solidFill>
                  <a:srgbClr val="61716B"/>
                </a:solidFill>
              </a:defRPr>
            </a:lvl4pPr>
            <a:lvl5pPr>
              <a:defRPr sz="975" b="1">
                <a:solidFill>
                  <a:srgbClr val="61716B"/>
                </a:solidFill>
              </a:defRPr>
            </a:lvl5pPr>
            <a:lvl6pPr>
              <a:defRPr sz="975" b="1">
                <a:solidFill>
                  <a:srgbClr val="61716B"/>
                </a:solidFill>
              </a:defRPr>
            </a:lvl6pPr>
            <a:lvl7pPr>
              <a:defRPr sz="975" b="1">
                <a:solidFill>
                  <a:srgbClr val="61716B"/>
                </a:solidFill>
              </a:defRPr>
            </a:lvl7pPr>
            <a:lvl8pPr>
              <a:defRPr sz="975" b="1">
                <a:solidFill>
                  <a:srgbClr val="61716B"/>
                </a:solidFill>
              </a:defRPr>
            </a:lvl8pPr>
            <a:lvl9pPr>
              <a:defRPr sz="975" b="1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1716B"/>
                </a:solidFill>
              </a:defRPr>
            </a:pPr>
            <a:r>
              <a:rPr sz="975" b="1">
                <a:solidFill>
                  <a:srgbClr val="61716B"/>
                </a:solidFill>
              </a:rPr>
              <a:t>WHO USES 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D1ED42-7D6F-4DE2-86C2-EF2D67F6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24350"/>
            <a:ext cx="2724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2F6B5F"/>
                </a:solidFill>
              </a:defRPr>
            </a:defPPr>
            <a:lvl1pPr>
              <a:defRPr sz="2400" b="1">
                <a:solidFill>
                  <a:srgbClr val="2F6B5F"/>
                </a:solidFill>
              </a:defRPr>
            </a:lvl1pPr>
            <a:lvl2pPr>
              <a:defRPr sz="2400" b="1">
                <a:solidFill>
                  <a:srgbClr val="2F6B5F"/>
                </a:solidFill>
              </a:defRPr>
            </a:lvl2pPr>
            <a:lvl3pPr>
              <a:defRPr sz="2400" b="1">
                <a:solidFill>
                  <a:srgbClr val="2F6B5F"/>
                </a:solidFill>
              </a:defRPr>
            </a:lvl3pPr>
            <a:lvl4pPr>
              <a:defRPr sz="2400" b="1">
                <a:solidFill>
                  <a:srgbClr val="2F6B5F"/>
                </a:solidFill>
              </a:defRPr>
            </a:lvl4pPr>
            <a:lvl5pPr>
              <a:defRPr sz="2400" b="1">
                <a:solidFill>
                  <a:srgbClr val="2F6B5F"/>
                </a:solidFill>
              </a:defRPr>
            </a:lvl5pPr>
            <a:lvl6pPr>
              <a:defRPr sz="2400" b="1">
                <a:solidFill>
                  <a:srgbClr val="2F6B5F"/>
                </a:solidFill>
              </a:defRPr>
            </a:lvl6pPr>
            <a:lvl7pPr>
              <a:defRPr sz="2400" b="1">
                <a:solidFill>
                  <a:srgbClr val="2F6B5F"/>
                </a:solidFill>
              </a:defRPr>
            </a:lvl7pPr>
            <a:lvl8pPr>
              <a:defRPr sz="2400" b="1">
                <a:solidFill>
                  <a:srgbClr val="2F6B5F"/>
                </a:solidFill>
              </a:defRPr>
            </a:lvl8pPr>
            <a:lvl9pPr>
              <a:defRPr sz="2400" b="1">
                <a:solidFill>
                  <a:srgbClr val="2F6B5F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F6B5F"/>
                </a:solidFill>
              </a:defRPr>
            </a:pPr>
            <a:r>
              <a:rPr sz="2400" b="1">
                <a:solidFill>
                  <a:srgbClr val="2F6B5F"/>
                </a:solidFill>
              </a:rPr>
              <a:t>Job seekers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F54DA-F318-4130-BE55-8724B7E0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000625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1716B"/>
                </a:solidFill>
              </a:defRPr>
            </a:defPPr>
            <a:lvl1pPr>
              <a:defRPr sz="1275" b="0">
                <a:solidFill>
                  <a:srgbClr val="61716B"/>
                </a:solidFill>
              </a:defRPr>
            </a:lvl1pPr>
            <a:lvl2pPr>
              <a:defRPr sz="1275" b="0">
                <a:solidFill>
                  <a:srgbClr val="61716B"/>
                </a:solidFill>
              </a:defRPr>
            </a:lvl2pPr>
            <a:lvl3pPr>
              <a:defRPr sz="1275" b="0">
                <a:solidFill>
                  <a:srgbClr val="61716B"/>
                </a:solidFill>
              </a:defRPr>
            </a:lvl3pPr>
            <a:lvl4pPr>
              <a:defRPr sz="1275" b="0">
                <a:solidFill>
                  <a:srgbClr val="61716B"/>
                </a:solidFill>
              </a:defRPr>
            </a:lvl4pPr>
            <a:lvl5pPr>
              <a:defRPr sz="1275" b="0">
                <a:solidFill>
                  <a:srgbClr val="61716B"/>
                </a:solidFill>
              </a:defRPr>
            </a:lvl5pPr>
            <a:lvl6pPr>
              <a:defRPr sz="1275" b="0">
                <a:solidFill>
                  <a:srgbClr val="61716B"/>
                </a:solidFill>
              </a:defRPr>
            </a:lvl6pPr>
            <a:lvl7pPr>
              <a:defRPr sz="1275" b="0">
                <a:solidFill>
                  <a:srgbClr val="61716B"/>
                </a:solidFill>
              </a:defRPr>
            </a:lvl7pPr>
            <a:lvl8pPr>
              <a:defRPr sz="1275" b="0">
                <a:solidFill>
                  <a:srgbClr val="61716B"/>
                </a:solidFill>
              </a:defRPr>
            </a:lvl8pPr>
            <a:lvl9pPr>
              <a:defRPr sz="1275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6B"/>
                </a:solidFill>
              </a:defRPr>
            </a:pPr>
            <a:r>
              <a:rPr sz="1275" b="0">
                <a:solidFill>
                  <a:srgbClr val="61716B"/>
                </a:solidFill>
              </a:rPr>
              <a:t>Compare options before choosing what to explore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FD4C50-92C6-4E82-B5B6-82053B72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0000"/>
            <a:ext cx="314325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4FD95-80BD-4766-A8D3-7CA2E347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81450"/>
            <a:ext cx="2724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61716B"/>
                </a:solidFill>
              </a:defRPr>
            </a:defPPr>
            <a:lvl1pPr>
              <a:defRPr sz="975" b="1">
                <a:solidFill>
                  <a:srgbClr val="61716B"/>
                </a:solidFill>
              </a:defRPr>
            </a:lvl1pPr>
            <a:lvl2pPr>
              <a:defRPr sz="975" b="1">
                <a:solidFill>
                  <a:srgbClr val="61716B"/>
                </a:solidFill>
              </a:defRPr>
            </a:lvl2pPr>
            <a:lvl3pPr>
              <a:defRPr sz="975" b="1">
                <a:solidFill>
                  <a:srgbClr val="61716B"/>
                </a:solidFill>
              </a:defRPr>
            </a:lvl3pPr>
            <a:lvl4pPr>
              <a:defRPr sz="975" b="1">
                <a:solidFill>
                  <a:srgbClr val="61716B"/>
                </a:solidFill>
              </a:defRPr>
            </a:lvl4pPr>
            <a:lvl5pPr>
              <a:defRPr sz="975" b="1">
                <a:solidFill>
                  <a:srgbClr val="61716B"/>
                </a:solidFill>
              </a:defRPr>
            </a:lvl5pPr>
            <a:lvl6pPr>
              <a:defRPr sz="975" b="1">
                <a:solidFill>
                  <a:srgbClr val="61716B"/>
                </a:solidFill>
              </a:defRPr>
            </a:lvl6pPr>
            <a:lvl7pPr>
              <a:defRPr sz="975" b="1">
                <a:solidFill>
                  <a:srgbClr val="61716B"/>
                </a:solidFill>
              </a:defRPr>
            </a:lvl7pPr>
            <a:lvl8pPr>
              <a:defRPr sz="975" b="1">
                <a:solidFill>
                  <a:srgbClr val="61716B"/>
                </a:solidFill>
              </a:defRPr>
            </a:lvl8pPr>
            <a:lvl9pPr>
              <a:defRPr sz="975" b="1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1716B"/>
                </a:solidFill>
              </a:defRPr>
            </a:pPr>
            <a:r>
              <a:rPr sz="975" b="1">
                <a:solidFill>
                  <a:srgbClr val="61716B"/>
                </a:solidFill>
              </a:rPr>
              <a:t>WHAT IT DOES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42AD63-E371-49B0-88DC-53194FEB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24350"/>
            <a:ext cx="2724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D18B47"/>
                </a:solidFill>
              </a:defRPr>
            </a:defPPr>
            <a:lvl1pPr>
              <a:defRPr sz="2400" b="1">
                <a:solidFill>
                  <a:srgbClr val="D18B47"/>
                </a:solidFill>
              </a:defRPr>
            </a:lvl1pPr>
            <a:lvl2pPr>
              <a:defRPr sz="2400" b="1">
                <a:solidFill>
                  <a:srgbClr val="D18B47"/>
                </a:solidFill>
              </a:defRPr>
            </a:lvl2pPr>
            <a:lvl3pPr>
              <a:defRPr sz="2400" b="1">
                <a:solidFill>
                  <a:srgbClr val="D18B47"/>
                </a:solidFill>
              </a:defRPr>
            </a:lvl3pPr>
            <a:lvl4pPr>
              <a:defRPr sz="2400" b="1">
                <a:solidFill>
                  <a:srgbClr val="D18B47"/>
                </a:solidFill>
              </a:defRPr>
            </a:lvl4pPr>
            <a:lvl5pPr>
              <a:defRPr sz="2400" b="1">
                <a:solidFill>
                  <a:srgbClr val="D18B47"/>
                </a:solidFill>
              </a:defRPr>
            </a:lvl5pPr>
            <a:lvl6pPr>
              <a:defRPr sz="2400" b="1">
                <a:solidFill>
                  <a:srgbClr val="D18B47"/>
                </a:solidFill>
              </a:defRPr>
            </a:lvl6pPr>
            <a:lvl7pPr>
              <a:defRPr sz="2400" b="1">
                <a:solidFill>
                  <a:srgbClr val="D18B47"/>
                </a:solidFill>
              </a:defRPr>
            </a:lvl7pPr>
            <a:lvl8pPr>
              <a:defRPr sz="2400" b="1">
                <a:solidFill>
                  <a:srgbClr val="D18B47"/>
                </a:solidFill>
              </a:defRPr>
            </a:lvl8pPr>
            <a:lvl9pPr>
              <a:defRPr sz="2400" b="1">
                <a:solidFill>
                  <a:srgbClr val="D18B47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D18B47"/>
                </a:solidFill>
              </a:defRPr>
            </a:pPr>
            <a:r>
              <a:rPr sz="2400" b="1">
                <a:solidFill>
                  <a:srgbClr val="D18B47"/>
                </a:solidFill>
              </a:rPr>
              <a:t>Explores adverts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BBD2BA-FF37-4AE7-9078-C545516B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00625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1716B"/>
                </a:solidFill>
              </a:defRPr>
            </a:defPPr>
            <a:lvl1pPr>
              <a:defRPr sz="1275" b="0">
                <a:solidFill>
                  <a:srgbClr val="61716B"/>
                </a:solidFill>
              </a:defRPr>
            </a:lvl1pPr>
            <a:lvl2pPr>
              <a:defRPr sz="1275" b="0">
                <a:solidFill>
                  <a:srgbClr val="61716B"/>
                </a:solidFill>
              </a:defRPr>
            </a:lvl2pPr>
            <a:lvl3pPr>
              <a:defRPr sz="1275" b="0">
                <a:solidFill>
                  <a:srgbClr val="61716B"/>
                </a:solidFill>
              </a:defRPr>
            </a:lvl3pPr>
            <a:lvl4pPr>
              <a:defRPr sz="1275" b="0">
                <a:solidFill>
                  <a:srgbClr val="61716B"/>
                </a:solidFill>
              </a:defRPr>
            </a:lvl4pPr>
            <a:lvl5pPr>
              <a:defRPr sz="1275" b="0">
                <a:solidFill>
                  <a:srgbClr val="61716B"/>
                </a:solidFill>
              </a:defRPr>
            </a:lvl5pPr>
            <a:lvl6pPr>
              <a:defRPr sz="1275" b="0">
                <a:solidFill>
                  <a:srgbClr val="61716B"/>
                </a:solidFill>
              </a:defRPr>
            </a:lvl6pPr>
            <a:lvl7pPr>
              <a:defRPr sz="1275" b="0">
                <a:solidFill>
                  <a:srgbClr val="61716B"/>
                </a:solidFill>
              </a:defRPr>
            </a:lvl7pPr>
            <a:lvl8pPr>
              <a:defRPr sz="1275" b="0">
                <a:solidFill>
                  <a:srgbClr val="61716B"/>
                </a:solidFill>
              </a:defRPr>
            </a:lvl8pPr>
            <a:lvl9pPr>
              <a:defRPr sz="1275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6B"/>
                </a:solidFill>
              </a:defRPr>
            </a:pPr>
            <a:r>
              <a:rPr sz="1275" b="0">
                <a:solidFill>
                  <a:srgbClr val="61716B"/>
                </a:solidFill>
              </a:rPr>
              <a:t>It does not predict hiring outcomes</a:t>
            </a:r>
          </a:p>
        </p:txBody>
      </p:sp>
    </p:spTree>
    <p:extLst>
      <p:ext uri="{BB962C8B-B14F-4D97-AF65-F5344CB8AC3E}">
        <p14:creationId xmlns:p14="http://schemas.microsoft.com/office/powerpoint/2010/main" val="8109037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556F15-4DD7-4AC9-B8B5-7334E5FF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F6B5F"/>
                </a:solidFill>
              </a:defRPr>
            </a:defPPr>
            <a:lvl1pPr>
              <a:defRPr sz="1050" b="1">
                <a:solidFill>
                  <a:srgbClr val="2F6B5F"/>
                </a:solidFill>
              </a:defRPr>
            </a:lvl1pPr>
            <a:lvl2pPr>
              <a:defRPr sz="1050" b="1">
                <a:solidFill>
                  <a:srgbClr val="2F6B5F"/>
                </a:solidFill>
              </a:defRPr>
            </a:lvl2pPr>
            <a:lvl3pPr>
              <a:defRPr sz="1050" b="1">
                <a:solidFill>
                  <a:srgbClr val="2F6B5F"/>
                </a:solidFill>
              </a:defRPr>
            </a:lvl3pPr>
            <a:lvl4pPr>
              <a:defRPr sz="1050" b="1">
                <a:solidFill>
                  <a:srgbClr val="2F6B5F"/>
                </a:solidFill>
              </a:defRPr>
            </a:lvl4pPr>
            <a:lvl5pPr>
              <a:defRPr sz="1050" b="1">
                <a:solidFill>
                  <a:srgbClr val="2F6B5F"/>
                </a:solidFill>
              </a:defRPr>
            </a:lvl5pPr>
            <a:lvl6pPr>
              <a:defRPr sz="1050" b="1">
                <a:solidFill>
                  <a:srgbClr val="2F6B5F"/>
                </a:solidFill>
              </a:defRPr>
            </a:lvl6pPr>
            <a:lvl7pPr>
              <a:defRPr sz="1050" b="1">
                <a:solidFill>
                  <a:srgbClr val="2F6B5F"/>
                </a:solidFill>
              </a:defRPr>
            </a:lvl7pPr>
            <a:lvl8pPr>
              <a:defRPr sz="1050" b="1">
                <a:solidFill>
                  <a:srgbClr val="2F6B5F"/>
                </a:solidFill>
              </a:defRPr>
            </a:lvl8pPr>
            <a:lvl9pPr>
              <a:defRPr sz="1050" b="1">
                <a:solidFill>
                  <a:srgbClr val="2F6B5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F6B5F"/>
                </a:solidFill>
              </a:defRPr>
            </a:pPr>
            <a:r>
              <a:rPr sz="1050" b="1">
                <a:solidFill>
                  <a:srgbClr val="2F6B5F"/>
                </a:solidFill>
              </a:rPr>
              <a:t>DATA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36A33-B67A-4E0F-9815-64CD7FDB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8332D"/>
                </a:solidFill>
              </a:defRPr>
            </a:defPPr>
            <a:lvl1pPr>
              <a:defRPr sz="2700" b="1">
                <a:solidFill>
                  <a:srgbClr val="18332D"/>
                </a:solidFill>
              </a:defRPr>
            </a:lvl1pPr>
            <a:lvl2pPr>
              <a:defRPr sz="2700" b="1">
                <a:solidFill>
                  <a:srgbClr val="18332D"/>
                </a:solidFill>
              </a:defRPr>
            </a:lvl2pPr>
            <a:lvl3pPr>
              <a:defRPr sz="2700" b="1">
                <a:solidFill>
                  <a:srgbClr val="18332D"/>
                </a:solidFill>
              </a:defRPr>
            </a:lvl3pPr>
            <a:lvl4pPr>
              <a:defRPr sz="2700" b="1">
                <a:solidFill>
                  <a:srgbClr val="18332D"/>
                </a:solidFill>
              </a:defRPr>
            </a:lvl4pPr>
            <a:lvl5pPr>
              <a:defRPr sz="2700" b="1">
                <a:solidFill>
                  <a:srgbClr val="18332D"/>
                </a:solidFill>
              </a:defRPr>
            </a:lvl5pPr>
            <a:lvl6pPr>
              <a:defRPr sz="2700" b="1">
                <a:solidFill>
                  <a:srgbClr val="18332D"/>
                </a:solidFill>
              </a:defRPr>
            </a:lvl6pPr>
            <a:lvl7pPr>
              <a:defRPr sz="2700" b="1">
                <a:solidFill>
                  <a:srgbClr val="18332D"/>
                </a:solidFill>
              </a:defRPr>
            </a:lvl7pPr>
            <a:lvl8pPr>
              <a:defRPr sz="2700" b="1">
                <a:solidFill>
                  <a:srgbClr val="18332D"/>
                </a:solidFill>
              </a:defRPr>
            </a:lvl8pPr>
            <a:lvl9pPr>
              <a:defRPr sz="2700" b="1">
                <a:solidFill>
                  <a:srgbClr val="18332D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8332D"/>
                </a:solidFill>
              </a:defRPr>
            </a:pPr>
            <a:r>
              <a:rPr sz="2700" b="1">
                <a:solidFill>
                  <a:srgbClr val="18332D"/>
                </a:solidFill>
              </a:rPr>
              <a:t>We checked the file before trusting its charts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68BB6-20BB-4B7F-941B-6642E966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1716B"/>
                </a:solidFill>
              </a:defRPr>
            </a:defPPr>
            <a:lvl1pPr>
              <a:defRPr sz="900" b="0">
                <a:solidFill>
                  <a:srgbClr val="61716B"/>
                </a:solidFill>
              </a:defRPr>
            </a:lvl1pPr>
            <a:lvl2pPr>
              <a:defRPr sz="900" b="0">
                <a:solidFill>
                  <a:srgbClr val="61716B"/>
                </a:solidFill>
              </a:defRPr>
            </a:lvl2pPr>
            <a:lvl3pPr>
              <a:defRPr sz="900" b="0">
                <a:solidFill>
                  <a:srgbClr val="61716B"/>
                </a:solidFill>
              </a:defRPr>
            </a:lvl3pPr>
            <a:lvl4pPr>
              <a:defRPr sz="900" b="0">
                <a:solidFill>
                  <a:srgbClr val="61716B"/>
                </a:solidFill>
              </a:defRPr>
            </a:lvl4pPr>
            <a:lvl5pPr>
              <a:defRPr sz="900" b="0">
                <a:solidFill>
                  <a:srgbClr val="61716B"/>
                </a:solidFill>
              </a:defRPr>
            </a:lvl5pPr>
            <a:lvl6pPr>
              <a:defRPr sz="900" b="0">
                <a:solidFill>
                  <a:srgbClr val="61716B"/>
                </a:solidFill>
              </a:defRPr>
            </a:lvl6pPr>
            <a:lvl7pPr>
              <a:defRPr sz="900" b="0">
                <a:solidFill>
                  <a:srgbClr val="61716B"/>
                </a:solidFill>
              </a:defRPr>
            </a:lvl7pPr>
            <a:lvl8pPr>
              <a:defRPr sz="900" b="0">
                <a:solidFill>
                  <a:srgbClr val="61716B"/>
                </a:solidFill>
              </a:defRPr>
            </a:lvl8pPr>
            <a:lvl9pPr>
              <a:defRPr sz="900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1716B"/>
                </a:solidFill>
              </a:defRPr>
            </a:pPr>
            <a:r>
              <a:rPr sz="900" b="0">
                <a:solidFill>
                  <a:srgbClr val="61716B"/>
                </a:solidFill>
              </a:rPr>
              <a:t>SINGAPORE JOBS EXPLORER ·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F236B-D82C-4035-A7CF-198BE707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314325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E9666-CD3F-4410-A50C-2B8D096E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9825"/>
            <a:ext cx="2724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61716B"/>
                </a:solidFill>
              </a:defRPr>
            </a:defPPr>
            <a:lvl1pPr>
              <a:defRPr sz="975" b="1">
                <a:solidFill>
                  <a:srgbClr val="61716B"/>
                </a:solidFill>
              </a:defRPr>
            </a:lvl1pPr>
            <a:lvl2pPr>
              <a:defRPr sz="975" b="1">
                <a:solidFill>
                  <a:srgbClr val="61716B"/>
                </a:solidFill>
              </a:defRPr>
            </a:lvl2pPr>
            <a:lvl3pPr>
              <a:defRPr sz="975" b="1">
                <a:solidFill>
                  <a:srgbClr val="61716B"/>
                </a:solidFill>
              </a:defRPr>
            </a:lvl3pPr>
            <a:lvl4pPr>
              <a:defRPr sz="975" b="1">
                <a:solidFill>
                  <a:srgbClr val="61716B"/>
                </a:solidFill>
              </a:defRPr>
            </a:lvl4pPr>
            <a:lvl5pPr>
              <a:defRPr sz="975" b="1">
                <a:solidFill>
                  <a:srgbClr val="61716B"/>
                </a:solidFill>
              </a:defRPr>
            </a:lvl5pPr>
            <a:lvl6pPr>
              <a:defRPr sz="975" b="1">
                <a:solidFill>
                  <a:srgbClr val="61716B"/>
                </a:solidFill>
              </a:defRPr>
            </a:lvl6pPr>
            <a:lvl7pPr>
              <a:defRPr sz="975" b="1">
                <a:solidFill>
                  <a:srgbClr val="61716B"/>
                </a:solidFill>
              </a:defRPr>
            </a:lvl7pPr>
            <a:lvl8pPr>
              <a:defRPr sz="975" b="1">
                <a:solidFill>
                  <a:srgbClr val="61716B"/>
                </a:solidFill>
              </a:defRPr>
            </a:lvl8pPr>
            <a:lvl9pPr>
              <a:defRPr sz="975" b="1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1716B"/>
                </a:solidFill>
              </a:defRPr>
            </a:pPr>
            <a:r>
              <a:rPr sz="975" b="1">
                <a:solidFill>
                  <a:srgbClr val="61716B"/>
                </a:solidFill>
              </a:rPr>
              <a:t>SOURCE 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44AF9-713E-437D-A658-51D2AD12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52725"/>
            <a:ext cx="2724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2F6B5F"/>
                </a:solidFill>
              </a:defRPr>
            </a:defPPr>
            <a:lvl1pPr>
              <a:defRPr sz="2400" b="1">
                <a:solidFill>
                  <a:srgbClr val="2F6B5F"/>
                </a:solidFill>
              </a:defRPr>
            </a:lvl1pPr>
            <a:lvl2pPr>
              <a:defRPr sz="2400" b="1">
                <a:solidFill>
                  <a:srgbClr val="2F6B5F"/>
                </a:solidFill>
              </a:defRPr>
            </a:lvl2pPr>
            <a:lvl3pPr>
              <a:defRPr sz="2400" b="1">
                <a:solidFill>
                  <a:srgbClr val="2F6B5F"/>
                </a:solidFill>
              </a:defRPr>
            </a:lvl3pPr>
            <a:lvl4pPr>
              <a:defRPr sz="2400" b="1">
                <a:solidFill>
                  <a:srgbClr val="2F6B5F"/>
                </a:solidFill>
              </a:defRPr>
            </a:lvl4pPr>
            <a:lvl5pPr>
              <a:defRPr sz="2400" b="1">
                <a:solidFill>
                  <a:srgbClr val="2F6B5F"/>
                </a:solidFill>
              </a:defRPr>
            </a:lvl5pPr>
            <a:lvl6pPr>
              <a:defRPr sz="2400" b="1">
                <a:solidFill>
                  <a:srgbClr val="2F6B5F"/>
                </a:solidFill>
              </a:defRPr>
            </a:lvl6pPr>
            <a:lvl7pPr>
              <a:defRPr sz="2400" b="1">
                <a:solidFill>
                  <a:srgbClr val="2F6B5F"/>
                </a:solidFill>
              </a:defRPr>
            </a:lvl7pPr>
            <a:lvl8pPr>
              <a:defRPr sz="2400" b="1">
                <a:solidFill>
                  <a:srgbClr val="2F6B5F"/>
                </a:solidFill>
              </a:defRPr>
            </a:lvl8pPr>
            <a:lvl9pPr>
              <a:defRPr sz="2400" b="1">
                <a:solidFill>
                  <a:srgbClr val="2F6B5F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F6B5F"/>
                </a:solidFill>
              </a:defRPr>
            </a:pPr>
            <a:r>
              <a:rPr sz="2400" b="1">
                <a:solidFill>
                  <a:srgbClr val="2F6B5F"/>
                </a:solidFill>
              </a:rPr>
              <a:t>1,048,585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C80C9-8D48-4133-839A-0636BAFD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1716B"/>
                </a:solidFill>
              </a:defRPr>
            </a:defPPr>
            <a:lvl1pPr>
              <a:defRPr sz="1275" b="0">
                <a:solidFill>
                  <a:srgbClr val="61716B"/>
                </a:solidFill>
              </a:defRPr>
            </a:lvl1pPr>
            <a:lvl2pPr>
              <a:defRPr sz="1275" b="0">
                <a:solidFill>
                  <a:srgbClr val="61716B"/>
                </a:solidFill>
              </a:defRPr>
            </a:lvl2pPr>
            <a:lvl3pPr>
              <a:defRPr sz="1275" b="0">
                <a:solidFill>
                  <a:srgbClr val="61716B"/>
                </a:solidFill>
              </a:defRPr>
            </a:lvl3pPr>
            <a:lvl4pPr>
              <a:defRPr sz="1275" b="0">
                <a:solidFill>
                  <a:srgbClr val="61716B"/>
                </a:solidFill>
              </a:defRPr>
            </a:lvl4pPr>
            <a:lvl5pPr>
              <a:defRPr sz="1275" b="0">
                <a:solidFill>
                  <a:srgbClr val="61716B"/>
                </a:solidFill>
              </a:defRPr>
            </a:lvl5pPr>
            <a:lvl6pPr>
              <a:defRPr sz="1275" b="0">
                <a:solidFill>
                  <a:srgbClr val="61716B"/>
                </a:solidFill>
              </a:defRPr>
            </a:lvl6pPr>
            <a:lvl7pPr>
              <a:defRPr sz="1275" b="0">
                <a:solidFill>
                  <a:srgbClr val="61716B"/>
                </a:solidFill>
              </a:defRPr>
            </a:lvl7pPr>
            <a:lvl8pPr>
              <a:defRPr sz="1275" b="0">
                <a:solidFill>
                  <a:srgbClr val="61716B"/>
                </a:solidFill>
              </a:defRPr>
            </a:lvl8pPr>
            <a:lvl9pPr>
              <a:defRPr sz="1275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6B"/>
                </a:solidFill>
              </a:defRPr>
            </a:pPr>
            <a:r>
              <a:rPr sz="1275" b="0">
                <a:solidFill>
                  <a:srgbClr val="61716B"/>
                </a:solidFill>
              </a:rPr>
              <a:t>Rows in the supplied job advert 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90FA8-235E-4D0B-9185-165388BF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38375"/>
            <a:ext cx="314325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18D3E-B9C1-4694-8FAC-973ADBD0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09825"/>
            <a:ext cx="2724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61716B"/>
                </a:solidFill>
              </a:defRPr>
            </a:defPPr>
            <a:lvl1pPr>
              <a:defRPr sz="975" b="1">
                <a:solidFill>
                  <a:srgbClr val="61716B"/>
                </a:solidFill>
              </a:defRPr>
            </a:lvl1pPr>
            <a:lvl2pPr>
              <a:defRPr sz="975" b="1">
                <a:solidFill>
                  <a:srgbClr val="61716B"/>
                </a:solidFill>
              </a:defRPr>
            </a:lvl2pPr>
            <a:lvl3pPr>
              <a:defRPr sz="975" b="1">
                <a:solidFill>
                  <a:srgbClr val="61716B"/>
                </a:solidFill>
              </a:defRPr>
            </a:lvl3pPr>
            <a:lvl4pPr>
              <a:defRPr sz="975" b="1">
                <a:solidFill>
                  <a:srgbClr val="61716B"/>
                </a:solidFill>
              </a:defRPr>
            </a:lvl4pPr>
            <a:lvl5pPr>
              <a:defRPr sz="975" b="1">
                <a:solidFill>
                  <a:srgbClr val="61716B"/>
                </a:solidFill>
              </a:defRPr>
            </a:lvl5pPr>
            <a:lvl6pPr>
              <a:defRPr sz="975" b="1">
                <a:solidFill>
                  <a:srgbClr val="61716B"/>
                </a:solidFill>
              </a:defRPr>
            </a:lvl6pPr>
            <a:lvl7pPr>
              <a:defRPr sz="975" b="1">
                <a:solidFill>
                  <a:srgbClr val="61716B"/>
                </a:solidFill>
              </a:defRPr>
            </a:lvl7pPr>
            <a:lvl8pPr>
              <a:defRPr sz="975" b="1">
                <a:solidFill>
                  <a:srgbClr val="61716B"/>
                </a:solidFill>
              </a:defRPr>
            </a:lvl8pPr>
            <a:lvl9pPr>
              <a:defRPr sz="975" b="1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1716B"/>
                </a:solidFill>
              </a:defRPr>
            </a:pPr>
            <a:r>
              <a:rPr sz="975" b="1">
                <a:solidFill>
                  <a:srgbClr val="61716B"/>
                </a:solidFill>
              </a:rPr>
              <a:t>REMOVED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AC013-DF09-40BF-8414-9D0112EB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52725"/>
            <a:ext cx="2724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D18B47"/>
                </a:solidFill>
              </a:defRPr>
            </a:defPPr>
            <a:lvl1pPr>
              <a:defRPr sz="2400" b="1">
                <a:solidFill>
                  <a:srgbClr val="D18B47"/>
                </a:solidFill>
              </a:defRPr>
            </a:lvl1pPr>
            <a:lvl2pPr>
              <a:defRPr sz="2400" b="1">
                <a:solidFill>
                  <a:srgbClr val="D18B47"/>
                </a:solidFill>
              </a:defRPr>
            </a:lvl2pPr>
            <a:lvl3pPr>
              <a:defRPr sz="2400" b="1">
                <a:solidFill>
                  <a:srgbClr val="D18B47"/>
                </a:solidFill>
              </a:defRPr>
            </a:lvl3pPr>
            <a:lvl4pPr>
              <a:defRPr sz="2400" b="1">
                <a:solidFill>
                  <a:srgbClr val="D18B47"/>
                </a:solidFill>
              </a:defRPr>
            </a:lvl4pPr>
            <a:lvl5pPr>
              <a:defRPr sz="2400" b="1">
                <a:solidFill>
                  <a:srgbClr val="D18B47"/>
                </a:solidFill>
              </a:defRPr>
            </a:lvl5pPr>
            <a:lvl6pPr>
              <a:defRPr sz="2400" b="1">
                <a:solidFill>
                  <a:srgbClr val="D18B47"/>
                </a:solidFill>
              </a:defRPr>
            </a:lvl6pPr>
            <a:lvl7pPr>
              <a:defRPr sz="2400" b="1">
                <a:solidFill>
                  <a:srgbClr val="D18B47"/>
                </a:solidFill>
              </a:defRPr>
            </a:lvl7pPr>
            <a:lvl8pPr>
              <a:defRPr sz="2400" b="1">
                <a:solidFill>
                  <a:srgbClr val="D18B47"/>
                </a:solidFill>
              </a:defRPr>
            </a:lvl8pPr>
            <a:lvl9pPr>
              <a:defRPr sz="2400" b="1">
                <a:solidFill>
                  <a:srgbClr val="D18B47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D18B47"/>
                </a:solidFill>
              </a:defRPr>
            </a:pPr>
            <a:r>
              <a:rPr sz="2400" b="1">
                <a:solidFill>
                  <a:srgbClr val="D18B47"/>
                </a:solidFill>
              </a:rPr>
              <a:t>3,988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6FFF2-B5DA-4BF9-AA1D-B1553261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1716B"/>
                </a:solidFill>
              </a:defRPr>
            </a:defPPr>
            <a:lvl1pPr>
              <a:defRPr sz="1275" b="0">
                <a:solidFill>
                  <a:srgbClr val="61716B"/>
                </a:solidFill>
              </a:defRPr>
            </a:lvl1pPr>
            <a:lvl2pPr>
              <a:defRPr sz="1275" b="0">
                <a:solidFill>
                  <a:srgbClr val="61716B"/>
                </a:solidFill>
              </a:defRPr>
            </a:lvl2pPr>
            <a:lvl3pPr>
              <a:defRPr sz="1275" b="0">
                <a:solidFill>
                  <a:srgbClr val="61716B"/>
                </a:solidFill>
              </a:defRPr>
            </a:lvl3pPr>
            <a:lvl4pPr>
              <a:defRPr sz="1275" b="0">
                <a:solidFill>
                  <a:srgbClr val="61716B"/>
                </a:solidFill>
              </a:defRPr>
            </a:lvl4pPr>
            <a:lvl5pPr>
              <a:defRPr sz="1275" b="0">
                <a:solidFill>
                  <a:srgbClr val="61716B"/>
                </a:solidFill>
              </a:defRPr>
            </a:lvl5pPr>
            <a:lvl6pPr>
              <a:defRPr sz="1275" b="0">
                <a:solidFill>
                  <a:srgbClr val="61716B"/>
                </a:solidFill>
              </a:defRPr>
            </a:lvl6pPr>
            <a:lvl7pPr>
              <a:defRPr sz="1275" b="0">
                <a:solidFill>
                  <a:srgbClr val="61716B"/>
                </a:solidFill>
              </a:defRPr>
            </a:lvl7pPr>
            <a:lvl8pPr>
              <a:defRPr sz="1275" b="0">
                <a:solidFill>
                  <a:srgbClr val="61716B"/>
                </a:solidFill>
              </a:defRPr>
            </a:lvl8pPr>
            <a:lvl9pPr>
              <a:defRPr sz="1275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6B"/>
                </a:solidFill>
              </a:defRPr>
            </a:pPr>
            <a:r>
              <a:rPr sz="1275" b="0">
                <a:solidFill>
                  <a:srgbClr val="61716B"/>
                </a:solidFill>
              </a:rPr>
              <a:t>Empty records with no usable advert details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3CB80-57EF-4CB5-9903-FEFE0804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38375"/>
            <a:ext cx="314325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8AC66-051B-4847-89E3-17AD6416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09825"/>
            <a:ext cx="2724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61716B"/>
                </a:solidFill>
              </a:defRPr>
            </a:defPPr>
            <a:lvl1pPr>
              <a:defRPr sz="975" b="1">
                <a:solidFill>
                  <a:srgbClr val="61716B"/>
                </a:solidFill>
              </a:defRPr>
            </a:lvl1pPr>
            <a:lvl2pPr>
              <a:defRPr sz="975" b="1">
                <a:solidFill>
                  <a:srgbClr val="61716B"/>
                </a:solidFill>
              </a:defRPr>
            </a:lvl2pPr>
            <a:lvl3pPr>
              <a:defRPr sz="975" b="1">
                <a:solidFill>
                  <a:srgbClr val="61716B"/>
                </a:solidFill>
              </a:defRPr>
            </a:lvl3pPr>
            <a:lvl4pPr>
              <a:defRPr sz="975" b="1">
                <a:solidFill>
                  <a:srgbClr val="61716B"/>
                </a:solidFill>
              </a:defRPr>
            </a:lvl4pPr>
            <a:lvl5pPr>
              <a:defRPr sz="975" b="1">
                <a:solidFill>
                  <a:srgbClr val="61716B"/>
                </a:solidFill>
              </a:defRPr>
            </a:lvl5pPr>
            <a:lvl6pPr>
              <a:defRPr sz="975" b="1">
                <a:solidFill>
                  <a:srgbClr val="61716B"/>
                </a:solidFill>
              </a:defRPr>
            </a:lvl6pPr>
            <a:lvl7pPr>
              <a:defRPr sz="975" b="1">
                <a:solidFill>
                  <a:srgbClr val="61716B"/>
                </a:solidFill>
              </a:defRPr>
            </a:lvl7pPr>
            <a:lvl8pPr>
              <a:defRPr sz="975" b="1">
                <a:solidFill>
                  <a:srgbClr val="61716B"/>
                </a:solidFill>
              </a:defRPr>
            </a:lvl8pPr>
            <a:lvl9pPr>
              <a:defRPr sz="975" b="1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1716B"/>
                </a:solidFill>
              </a:defRPr>
            </a:pPr>
            <a:r>
              <a:rPr sz="975" b="1">
                <a:solidFill>
                  <a:srgbClr val="61716B"/>
                </a:solidFill>
              </a:rPr>
              <a:t>KEPT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D859E-B134-42FC-90C4-DE3EED8F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52725"/>
            <a:ext cx="2724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2F6B5F"/>
                </a:solidFill>
              </a:defRPr>
            </a:defPPr>
            <a:lvl1pPr>
              <a:defRPr sz="2400" b="1">
                <a:solidFill>
                  <a:srgbClr val="2F6B5F"/>
                </a:solidFill>
              </a:defRPr>
            </a:lvl1pPr>
            <a:lvl2pPr>
              <a:defRPr sz="2400" b="1">
                <a:solidFill>
                  <a:srgbClr val="2F6B5F"/>
                </a:solidFill>
              </a:defRPr>
            </a:lvl2pPr>
            <a:lvl3pPr>
              <a:defRPr sz="2400" b="1">
                <a:solidFill>
                  <a:srgbClr val="2F6B5F"/>
                </a:solidFill>
              </a:defRPr>
            </a:lvl3pPr>
            <a:lvl4pPr>
              <a:defRPr sz="2400" b="1">
                <a:solidFill>
                  <a:srgbClr val="2F6B5F"/>
                </a:solidFill>
              </a:defRPr>
            </a:lvl4pPr>
            <a:lvl5pPr>
              <a:defRPr sz="2400" b="1">
                <a:solidFill>
                  <a:srgbClr val="2F6B5F"/>
                </a:solidFill>
              </a:defRPr>
            </a:lvl5pPr>
            <a:lvl6pPr>
              <a:defRPr sz="2400" b="1">
                <a:solidFill>
                  <a:srgbClr val="2F6B5F"/>
                </a:solidFill>
              </a:defRPr>
            </a:lvl6pPr>
            <a:lvl7pPr>
              <a:defRPr sz="2400" b="1">
                <a:solidFill>
                  <a:srgbClr val="2F6B5F"/>
                </a:solidFill>
              </a:defRPr>
            </a:lvl7pPr>
            <a:lvl8pPr>
              <a:defRPr sz="2400" b="1">
                <a:solidFill>
                  <a:srgbClr val="2F6B5F"/>
                </a:solidFill>
              </a:defRPr>
            </a:lvl8pPr>
            <a:lvl9pPr>
              <a:defRPr sz="2400" b="1">
                <a:solidFill>
                  <a:srgbClr val="2F6B5F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F6B5F"/>
                </a:solidFill>
              </a:defRPr>
            </a:pPr>
            <a:r>
              <a:rPr sz="2400" b="1">
                <a:solidFill>
                  <a:srgbClr val="2F6B5F"/>
                </a:solidFill>
              </a:rPr>
              <a:t>1,044,597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D21FF-A708-46B6-AC81-77D9BF89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1716B"/>
                </a:solidFill>
              </a:defRPr>
            </a:defPPr>
            <a:lvl1pPr>
              <a:defRPr sz="1275" b="0">
                <a:solidFill>
                  <a:srgbClr val="61716B"/>
                </a:solidFill>
              </a:defRPr>
            </a:lvl1pPr>
            <a:lvl2pPr>
              <a:defRPr sz="1275" b="0">
                <a:solidFill>
                  <a:srgbClr val="61716B"/>
                </a:solidFill>
              </a:defRPr>
            </a:lvl2pPr>
            <a:lvl3pPr>
              <a:defRPr sz="1275" b="0">
                <a:solidFill>
                  <a:srgbClr val="61716B"/>
                </a:solidFill>
              </a:defRPr>
            </a:lvl3pPr>
            <a:lvl4pPr>
              <a:defRPr sz="1275" b="0">
                <a:solidFill>
                  <a:srgbClr val="61716B"/>
                </a:solidFill>
              </a:defRPr>
            </a:lvl4pPr>
            <a:lvl5pPr>
              <a:defRPr sz="1275" b="0">
                <a:solidFill>
                  <a:srgbClr val="61716B"/>
                </a:solidFill>
              </a:defRPr>
            </a:lvl5pPr>
            <a:lvl6pPr>
              <a:defRPr sz="1275" b="0">
                <a:solidFill>
                  <a:srgbClr val="61716B"/>
                </a:solidFill>
              </a:defRPr>
            </a:lvl6pPr>
            <a:lvl7pPr>
              <a:defRPr sz="1275" b="0">
                <a:solidFill>
                  <a:srgbClr val="61716B"/>
                </a:solidFill>
              </a:defRPr>
            </a:lvl7pPr>
            <a:lvl8pPr>
              <a:defRPr sz="1275" b="0">
                <a:solidFill>
                  <a:srgbClr val="61716B"/>
                </a:solidFill>
              </a:defRPr>
            </a:lvl8pPr>
            <a:lvl9pPr>
              <a:defRPr sz="1275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6B"/>
                </a:solidFill>
              </a:defRPr>
            </a:pPr>
            <a:r>
              <a:rPr sz="1275" b="0">
                <a:solidFill>
                  <a:srgbClr val="61716B"/>
                </a:solidFill>
              </a:rPr>
              <a:t>Postings retained for 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307B6D-712F-4E1B-9B7C-9A5E7725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8332D"/>
                </a:solidFill>
              </a:defRPr>
            </a:defPPr>
            <a:lvl1pPr>
              <a:defRPr sz="1650" b="0">
                <a:solidFill>
                  <a:srgbClr val="18332D"/>
                </a:solidFill>
              </a:defRPr>
            </a:lvl1pPr>
            <a:lvl2pPr>
              <a:defRPr sz="1650" b="0">
                <a:solidFill>
                  <a:srgbClr val="18332D"/>
                </a:solidFill>
              </a:defRPr>
            </a:lvl2pPr>
            <a:lvl3pPr>
              <a:defRPr sz="1650" b="0">
                <a:solidFill>
                  <a:srgbClr val="18332D"/>
                </a:solidFill>
              </a:defRPr>
            </a:lvl3pPr>
            <a:lvl4pPr>
              <a:defRPr sz="1650" b="0">
                <a:solidFill>
                  <a:srgbClr val="18332D"/>
                </a:solidFill>
              </a:defRPr>
            </a:lvl4pPr>
            <a:lvl5pPr>
              <a:defRPr sz="1650" b="0">
                <a:solidFill>
                  <a:srgbClr val="18332D"/>
                </a:solidFill>
              </a:defRPr>
            </a:lvl5pPr>
            <a:lvl6pPr>
              <a:defRPr sz="1650" b="0">
                <a:solidFill>
                  <a:srgbClr val="18332D"/>
                </a:solidFill>
              </a:defRPr>
            </a:lvl6pPr>
            <a:lvl7pPr>
              <a:defRPr sz="1650" b="0">
                <a:solidFill>
                  <a:srgbClr val="18332D"/>
                </a:solidFill>
              </a:defRPr>
            </a:lvl7pPr>
            <a:lvl8pPr>
              <a:defRPr sz="1650" b="0">
                <a:solidFill>
                  <a:srgbClr val="18332D"/>
                </a:solidFill>
              </a:defRPr>
            </a:lvl8pPr>
            <a:lvl9pPr>
              <a:defRPr sz="1650" b="0">
                <a:solidFill>
                  <a:srgbClr val="18332D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332D"/>
                </a:solidFill>
              </a:defRPr>
            </a:pPr>
            <a:r>
              <a:rPr sz="1650" b="0">
                <a:solidFill>
                  <a:srgbClr val="18332D"/>
                </a:solidFill>
              </a:rPr>
              <a:t>Zero salary means “not disclosed.” Reversed salary bounds were corrected; impossible pay values were excluded from salary analysis.</a:t>
            </a:r>
          </a:p>
        </p:txBody>
      </p:sp>
    </p:spTree>
    <p:extLst>
      <p:ext uri="{BB962C8B-B14F-4D97-AF65-F5344CB8AC3E}">
        <p14:creationId xmlns:p14="http://schemas.microsoft.com/office/powerpoint/2010/main" val="1989857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AEF4A1-DF05-4E02-9AE2-4C5D96EF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F6B5F"/>
                </a:solidFill>
              </a:defRPr>
            </a:defPPr>
            <a:lvl1pPr>
              <a:defRPr sz="1050" b="1">
                <a:solidFill>
                  <a:srgbClr val="2F6B5F"/>
                </a:solidFill>
              </a:defRPr>
            </a:lvl1pPr>
            <a:lvl2pPr>
              <a:defRPr sz="1050" b="1">
                <a:solidFill>
                  <a:srgbClr val="2F6B5F"/>
                </a:solidFill>
              </a:defRPr>
            </a:lvl2pPr>
            <a:lvl3pPr>
              <a:defRPr sz="1050" b="1">
                <a:solidFill>
                  <a:srgbClr val="2F6B5F"/>
                </a:solidFill>
              </a:defRPr>
            </a:lvl3pPr>
            <a:lvl4pPr>
              <a:defRPr sz="1050" b="1">
                <a:solidFill>
                  <a:srgbClr val="2F6B5F"/>
                </a:solidFill>
              </a:defRPr>
            </a:lvl4pPr>
            <a:lvl5pPr>
              <a:defRPr sz="1050" b="1">
                <a:solidFill>
                  <a:srgbClr val="2F6B5F"/>
                </a:solidFill>
              </a:defRPr>
            </a:lvl5pPr>
            <a:lvl6pPr>
              <a:defRPr sz="1050" b="1">
                <a:solidFill>
                  <a:srgbClr val="2F6B5F"/>
                </a:solidFill>
              </a:defRPr>
            </a:lvl6pPr>
            <a:lvl7pPr>
              <a:defRPr sz="1050" b="1">
                <a:solidFill>
                  <a:srgbClr val="2F6B5F"/>
                </a:solidFill>
              </a:defRPr>
            </a:lvl7pPr>
            <a:lvl8pPr>
              <a:defRPr sz="1050" b="1">
                <a:solidFill>
                  <a:srgbClr val="2F6B5F"/>
                </a:solidFill>
              </a:defRPr>
            </a:lvl8pPr>
            <a:lvl9pPr>
              <a:defRPr sz="1050" b="1">
                <a:solidFill>
                  <a:srgbClr val="2F6B5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F6B5F"/>
                </a:solidFill>
              </a:defRPr>
            </a:pPr>
            <a:r>
              <a:rPr sz="1050" b="1">
                <a:solidFill>
                  <a:srgbClr val="2F6B5F"/>
                </a:solidFill>
              </a:rPr>
              <a:t>FINDING 1 · PAY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106B8-1A6E-468C-8D2F-BDF29C71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8332D"/>
                </a:solidFill>
              </a:defRPr>
            </a:defPPr>
            <a:lvl1pPr>
              <a:defRPr sz="2700" b="1">
                <a:solidFill>
                  <a:srgbClr val="18332D"/>
                </a:solidFill>
              </a:defRPr>
            </a:lvl1pPr>
            <a:lvl2pPr>
              <a:defRPr sz="2700" b="1">
                <a:solidFill>
                  <a:srgbClr val="18332D"/>
                </a:solidFill>
              </a:defRPr>
            </a:lvl2pPr>
            <a:lvl3pPr>
              <a:defRPr sz="2700" b="1">
                <a:solidFill>
                  <a:srgbClr val="18332D"/>
                </a:solidFill>
              </a:defRPr>
            </a:lvl3pPr>
            <a:lvl4pPr>
              <a:defRPr sz="2700" b="1">
                <a:solidFill>
                  <a:srgbClr val="18332D"/>
                </a:solidFill>
              </a:defRPr>
            </a:lvl4pPr>
            <a:lvl5pPr>
              <a:defRPr sz="2700" b="1">
                <a:solidFill>
                  <a:srgbClr val="18332D"/>
                </a:solidFill>
              </a:defRPr>
            </a:lvl5pPr>
            <a:lvl6pPr>
              <a:defRPr sz="2700" b="1">
                <a:solidFill>
                  <a:srgbClr val="18332D"/>
                </a:solidFill>
              </a:defRPr>
            </a:lvl6pPr>
            <a:lvl7pPr>
              <a:defRPr sz="2700" b="1">
                <a:solidFill>
                  <a:srgbClr val="18332D"/>
                </a:solidFill>
              </a:defRPr>
            </a:lvl7pPr>
            <a:lvl8pPr>
              <a:defRPr sz="2700" b="1">
                <a:solidFill>
                  <a:srgbClr val="18332D"/>
                </a:solidFill>
              </a:defRPr>
            </a:lvl8pPr>
            <a:lvl9pPr>
              <a:defRPr sz="2700" b="1">
                <a:solidFill>
                  <a:srgbClr val="18332D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8332D"/>
                </a:solidFill>
              </a:defRPr>
            </a:pPr>
            <a:r>
              <a:rPr sz="2700" b="1">
                <a:solidFill>
                  <a:srgbClr val="18332D"/>
                </a:solidFill>
              </a:rPr>
              <a:t>Advertised pay rises across seniority bands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E9B9D-89FF-48B4-8679-ACC84116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1716B"/>
                </a:solidFill>
              </a:defRPr>
            </a:defPPr>
            <a:lvl1pPr>
              <a:defRPr sz="900" b="0">
                <a:solidFill>
                  <a:srgbClr val="61716B"/>
                </a:solidFill>
              </a:defRPr>
            </a:lvl1pPr>
            <a:lvl2pPr>
              <a:defRPr sz="900" b="0">
                <a:solidFill>
                  <a:srgbClr val="61716B"/>
                </a:solidFill>
              </a:defRPr>
            </a:lvl2pPr>
            <a:lvl3pPr>
              <a:defRPr sz="900" b="0">
                <a:solidFill>
                  <a:srgbClr val="61716B"/>
                </a:solidFill>
              </a:defRPr>
            </a:lvl3pPr>
            <a:lvl4pPr>
              <a:defRPr sz="900" b="0">
                <a:solidFill>
                  <a:srgbClr val="61716B"/>
                </a:solidFill>
              </a:defRPr>
            </a:lvl4pPr>
            <a:lvl5pPr>
              <a:defRPr sz="900" b="0">
                <a:solidFill>
                  <a:srgbClr val="61716B"/>
                </a:solidFill>
              </a:defRPr>
            </a:lvl5pPr>
            <a:lvl6pPr>
              <a:defRPr sz="900" b="0">
                <a:solidFill>
                  <a:srgbClr val="61716B"/>
                </a:solidFill>
              </a:defRPr>
            </a:lvl6pPr>
            <a:lvl7pPr>
              <a:defRPr sz="900" b="0">
                <a:solidFill>
                  <a:srgbClr val="61716B"/>
                </a:solidFill>
              </a:defRPr>
            </a:lvl7pPr>
            <a:lvl8pPr>
              <a:defRPr sz="900" b="0">
                <a:solidFill>
                  <a:srgbClr val="61716B"/>
                </a:solidFill>
              </a:defRPr>
            </a:lvl8pPr>
            <a:lvl9pPr>
              <a:defRPr sz="900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1716B"/>
                </a:solidFill>
              </a:defRPr>
            </a:pPr>
            <a:r>
              <a:rPr sz="900" b="0">
                <a:solidFill>
                  <a:srgbClr val="61716B"/>
                </a:solidFill>
              </a:rPr>
              <a:t>SINGAPORE JOBS EXPLORER ·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F000B-04B2-4198-BAED-7B8A5047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B76E2-B9A7-4D6E-AE7F-3564B6AF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67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61716B"/>
                </a:solidFill>
              </a:defRPr>
            </a:defPPr>
            <a:lvl1pPr algn="ctr">
              <a:defRPr sz="1425" b="1">
                <a:solidFill>
                  <a:srgbClr val="61716B"/>
                </a:solidFill>
              </a:defRPr>
            </a:lvl1pPr>
            <a:lvl2pPr algn="ctr">
              <a:defRPr sz="1425" b="1">
                <a:solidFill>
                  <a:srgbClr val="61716B"/>
                </a:solidFill>
              </a:defRPr>
            </a:lvl2pPr>
            <a:lvl3pPr algn="ctr">
              <a:defRPr sz="1425" b="1">
                <a:solidFill>
                  <a:srgbClr val="61716B"/>
                </a:solidFill>
              </a:defRPr>
            </a:lvl3pPr>
            <a:lvl4pPr algn="ctr">
              <a:defRPr sz="1425" b="1">
                <a:solidFill>
                  <a:srgbClr val="61716B"/>
                </a:solidFill>
              </a:defRPr>
            </a:lvl4pPr>
            <a:lvl5pPr algn="ctr">
              <a:defRPr sz="1425" b="1">
                <a:solidFill>
                  <a:srgbClr val="61716B"/>
                </a:solidFill>
              </a:defRPr>
            </a:lvl5pPr>
            <a:lvl6pPr algn="ctr">
              <a:defRPr sz="1425" b="1">
                <a:solidFill>
                  <a:srgbClr val="61716B"/>
                </a:solidFill>
              </a:defRPr>
            </a:lvl6pPr>
            <a:lvl7pPr algn="ctr">
              <a:defRPr sz="1425" b="1">
                <a:solidFill>
                  <a:srgbClr val="61716B"/>
                </a:solidFill>
              </a:defRPr>
            </a:lvl7pPr>
            <a:lvl8pPr algn="ctr">
              <a:defRPr sz="1425" b="1">
                <a:solidFill>
                  <a:srgbClr val="61716B"/>
                </a:solidFill>
              </a:defRPr>
            </a:lvl8pPr>
            <a:lvl9pPr algn="ctr">
              <a:defRPr sz="1425" b="1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61716B"/>
                </a:solidFill>
              </a:defRPr>
            </a:pPr>
            <a:r>
              <a:rPr sz="1425" b="1">
                <a:solidFill>
                  <a:srgbClr val="61716B"/>
                </a:solidFill>
              </a:rPr>
              <a:t>Entry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88C3D-5817-4DB9-970C-BFEA7B72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2F6B5F"/>
                </a:solidFill>
              </a:defRPr>
            </a:defPPr>
            <a:lvl1pPr algn="ctr">
              <a:defRPr sz="2100" b="1">
                <a:solidFill>
                  <a:srgbClr val="2F6B5F"/>
                </a:solidFill>
              </a:defRPr>
            </a:lvl1pPr>
            <a:lvl2pPr algn="ctr">
              <a:defRPr sz="2100" b="1">
                <a:solidFill>
                  <a:srgbClr val="2F6B5F"/>
                </a:solidFill>
              </a:defRPr>
            </a:lvl2pPr>
            <a:lvl3pPr algn="ctr">
              <a:defRPr sz="2100" b="1">
                <a:solidFill>
                  <a:srgbClr val="2F6B5F"/>
                </a:solidFill>
              </a:defRPr>
            </a:lvl3pPr>
            <a:lvl4pPr algn="ctr">
              <a:defRPr sz="2100" b="1">
                <a:solidFill>
                  <a:srgbClr val="2F6B5F"/>
                </a:solidFill>
              </a:defRPr>
            </a:lvl4pPr>
            <a:lvl5pPr algn="ctr">
              <a:defRPr sz="2100" b="1">
                <a:solidFill>
                  <a:srgbClr val="2F6B5F"/>
                </a:solidFill>
              </a:defRPr>
            </a:lvl5pPr>
            <a:lvl6pPr algn="ctr">
              <a:defRPr sz="2100" b="1">
                <a:solidFill>
                  <a:srgbClr val="2F6B5F"/>
                </a:solidFill>
              </a:defRPr>
            </a:lvl6pPr>
            <a:lvl7pPr algn="ctr">
              <a:defRPr sz="2100" b="1">
                <a:solidFill>
                  <a:srgbClr val="2F6B5F"/>
                </a:solidFill>
              </a:defRPr>
            </a:lvl7pPr>
            <a:lvl8pPr algn="ctr">
              <a:defRPr sz="2100" b="1">
                <a:solidFill>
                  <a:srgbClr val="2F6B5F"/>
                </a:solidFill>
              </a:defRPr>
            </a:lvl8pPr>
            <a:lvl9pPr algn="ctr">
              <a:defRPr sz="2100" b="1">
                <a:solidFill>
                  <a:srgbClr val="2F6B5F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F6B5F"/>
                </a:solidFill>
              </a:defRPr>
            </a:pPr>
            <a:r>
              <a:rPr sz="2100" b="1">
                <a:solidFill>
                  <a:srgbClr val="2F6B5F"/>
                </a:solidFill>
              </a:rPr>
              <a:t>S$2,675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8D38F-8470-4CB9-93D7-7A6A70DB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0"/>
            <a:ext cx="81915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6B5F"/>
          </a:solidFill>
          <a:ln xmlns:a="http://schemas.openxmlformats.org/drawingml/2006/main" w="9525">
            <a:solidFill>
              <a:srgbClr val="2F6B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63482-4D92-4AD8-BDAC-8C62E78B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3362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C492D-A500-40C2-B815-47DDA22C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167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61716B"/>
                </a:solidFill>
              </a:defRPr>
            </a:defPPr>
            <a:lvl1pPr algn="ctr">
              <a:defRPr sz="1425" b="1">
                <a:solidFill>
                  <a:srgbClr val="61716B"/>
                </a:solidFill>
              </a:defRPr>
            </a:lvl1pPr>
            <a:lvl2pPr algn="ctr">
              <a:defRPr sz="1425" b="1">
                <a:solidFill>
                  <a:srgbClr val="61716B"/>
                </a:solidFill>
              </a:defRPr>
            </a:lvl2pPr>
            <a:lvl3pPr algn="ctr">
              <a:defRPr sz="1425" b="1">
                <a:solidFill>
                  <a:srgbClr val="61716B"/>
                </a:solidFill>
              </a:defRPr>
            </a:lvl3pPr>
            <a:lvl4pPr algn="ctr">
              <a:defRPr sz="1425" b="1">
                <a:solidFill>
                  <a:srgbClr val="61716B"/>
                </a:solidFill>
              </a:defRPr>
            </a:lvl4pPr>
            <a:lvl5pPr algn="ctr">
              <a:defRPr sz="1425" b="1">
                <a:solidFill>
                  <a:srgbClr val="61716B"/>
                </a:solidFill>
              </a:defRPr>
            </a:lvl5pPr>
            <a:lvl6pPr algn="ctr">
              <a:defRPr sz="1425" b="1">
                <a:solidFill>
                  <a:srgbClr val="61716B"/>
                </a:solidFill>
              </a:defRPr>
            </a:lvl6pPr>
            <a:lvl7pPr algn="ctr">
              <a:defRPr sz="1425" b="1">
                <a:solidFill>
                  <a:srgbClr val="61716B"/>
                </a:solidFill>
              </a:defRPr>
            </a:lvl7pPr>
            <a:lvl8pPr algn="ctr">
              <a:defRPr sz="1425" b="1">
                <a:solidFill>
                  <a:srgbClr val="61716B"/>
                </a:solidFill>
              </a:defRPr>
            </a:lvl8pPr>
            <a:lvl9pPr algn="ctr">
              <a:defRPr sz="1425" b="1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61716B"/>
                </a:solidFill>
              </a:defRPr>
            </a:pPr>
            <a:r>
              <a:rPr sz="1425" b="1">
                <a:solidFill>
                  <a:srgbClr val="61716B"/>
                </a:solidFill>
              </a:rPr>
              <a:t>Junior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68D7A-0940-4C57-B3F1-0CC11547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908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2F6B5F"/>
                </a:solidFill>
              </a:defRPr>
            </a:defPPr>
            <a:lvl1pPr algn="ctr">
              <a:defRPr sz="2100" b="1">
                <a:solidFill>
                  <a:srgbClr val="2F6B5F"/>
                </a:solidFill>
              </a:defRPr>
            </a:lvl1pPr>
            <a:lvl2pPr algn="ctr">
              <a:defRPr sz="2100" b="1">
                <a:solidFill>
                  <a:srgbClr val="2F6B5F"/>
                </a:solidFill>
              </a:defRPr>
            </a:lvl2pPr>
            <a:lvl3pPr algn="ctr">
              <a:defRPr sz="2100" b="1">
                <a:solidFill>
                  <a:srgbClr val="2F6B5F"/>
                </a:solidFill>
              </a:defRPr>
            </a:lvl3pPr>
            <a:lvl4pPr algn="ctr">
              <a:defRPr sz="2100" b="1">
                <a:solidFill>
                  <a:srgbClr val="2F6B5F"/>
                </a:solidFill>
              </a:defRPr>
            </a:lvl4pPr>
            <a:lvl5pPr algn="ctr">
              <a:defRPr sz="2100" b="1">
                <a:solidFill>
                  <a:srgbClr val="2F6B5F"/>
                </a:solidFill>
              </a:defRPr>
            </a:lvl5pPr>
            <a:lvl6pPr algn="ctr">
              <a:defRPr sz="2100" b="1">
                <a:solidFill>
                  <a:srgbClr val="2F6B5F"/>
                </a:solidFill>
              </a:defRPr>
            </a:lvl6pPr>
            <a:lvl7pPr algn="ctr">
              <a:defRPr sz="2100" b="1">
                <a:solidFill>
                  <a:srgbClr val="2F6B5F"/>
                </a:solidFill>
              </a:defRPr>
            </a:lvl7pPr>
            <a:lvl8pPr algn="ctr">
              <a:defRPr sz="2100" b="1">
                <a:solidFill>
                  <a:srgbClr val="2F6B5F"/>
                </a:solidFill>
              </a:defRPr>
            </a:lvl8pPr>
            <a:lvl9pPr algn="ctr">
              <a:defRPr sz="2100" b="1">
                <a:solidFill>
                  <a:srgbClr val="2F6B5F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F6B5F"/>
                </a:solidFill>
              </a:defRPr>
            </a:pPr>
            <a:r>
              <a:rPr sz="2100" b="1">
                <a:solidFill>
                  <a:srgbClr val="2F6B5F"/>
                </a:solidFill>
              </a:rPr>
              <a:t>S$3,150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9D0C9-A6F8-4992-96B4-8FA24B6E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0"/>
            <a:ext cx="81915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6B5F"/>
          </a:solidFill>
          <a:ln xmlns:a="http://schemas.openxmlformats.org/drawingml/2006/main" w="9525">
            <a:solidFill>
              <a:srgbClr val="2F6B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AB6B1-A96B-411C-85AD-F7066267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3362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BF9A0-755F-42E4-BD99-CBDF0862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71750"/>
            <a:ext cx="167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61716B"/>
                </a:solidFill>
              </a:defRPr>
            </a:defPPr>
            <a:lvl1pPr algn="ctr">
              <a:defRPr sz="1425" b="1">
                <a:solidFill>
                  <a:srgbClr val="61716B"/>
                </a:solidFill>
              </a:defRPr>
            </a:lvl1pPr>
            <a:lvl2pPr algn="ctr">
              <a:defRPr sz="1425" b="1">
                <a:solidFill>
                  <a:srgbClr val="61716B"/>
                </a:solidFill>
              </a:defRPr>
            </a:lvl2pPr>
            <a:lvl3pPr algn="ctr">
              <a:defRPr sz="1425" b="1">
                <a:solidFill>
                  <a:srgbClr val="61716B"/>
                </a:solidFill>
              </a:defRPr>
            </a:lvl3pPr>
            <a:lvl4pPr algn="ctr">
              <a:defRPr sz="1425" b="1">
                <a:solidFill>
                  <a:srgbClr val="61716B"/>
                </a:solidFill>
              </a:defRPr>
            </a:lvl4pPr>
            <a:lvl5pPr algn="ctr">
              <a:defRPr sz="1425" b="1">
                <a:solidFill>
                  <a:srgbClr val="61716B"/>
                </a:solidFill>
              </a:defRPr>
            </a:lvl5pPr>
            <a:lvl6pPr algn="ctr">
              <a:defRPr sz="1425" b="1">
                <a:solidFill>
                  <a:srgbClr val="61716B"/>
                </a:solidFill>
              </a:defRPr>
            </a:lvl6pPr>
            <a:lvl7pPr algn="ctr">
              <a:defRPr sz="1425" b="1">
                <a:solidFill>
                  <a:srgbClr val="61716B"/>
                </a:solidFill>
              </a:defRPr>
            </a:lvl7pPr>
            <a:lvl8pPr algn="ctr">
              <a:defRPr sz="1425" b="1">
                <a:solidFill>
                  <a:srgbClr val="61716B"/>
                </a:solidFill>
              </a:defRPr>
            </a:lvl8pPr>
            <a:lvl9pPr algn="ctr">
              <a:defRPr sz="1425" b="1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61716B"/>
                </a:solidFill>
              </a:defRPr>
            </a:pPr>
            <a:r>
              <a:rPr sz="1425" b="1">
                <a:solidFill>
                  <a:srgbClr val="61716B"/>
                </a:solidFill>
              </a:rPr>
              <a:t>Mid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E71AFD-3102-45BA-9FB8-BE67D84A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908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2F6B5F"/>
                </a:solidFill>
              </a:defRPr>
            </a:defPPr>
            <a:lvl1pPr algn="ctr">
              <a:defRPr sz="2100" b="1">
                <a:solidFill>
                  <a:srgbClr val="2F6B5F"/>
                </a:solidFill>
              </a:defRPr>
            </a:lvl1pPr>
            <a:lvl2pPr algn="ctr">
              <a:defRPr sz="2100" b="1">
                <a:solidFill>
                  <a:srgbClr val="2F6B5F"/>
                </a:solidFill>
              </a:defRPr>
            </a:lvl2pPr>
            <a:lvl3pPr algn="ctr">
              <a:defRPr sz="2100" b="1">
                <a:solidFill>
                  <a:srgbClr val="2F6B5F"/>
                </a:solidFill>
              </a:defRPr>
            </a:lvl3pPr>
            <a:lvl4pPr algn="ctr">
              <a:defRPr sz="2100" b="1">
                <a:solidFill>
                  <a:srgbClr val="2F6B5F"/>
                </a:solidFill>
              </a:defRPr>
            </a:lvl4pPr>
            <a:lvl5pPr algn="ctr">
              <a:defRPr sz="2100" b="1">
                <a:solidFill>
                  <a:srgbClr val="2F6B5F"/>
                </a:solidFill>
              </a:defRPr>
            </a:lvl5pPr>
            <a:lvl6pPr algn="ctr">
              <a:defRPr sz="2100" b="1">
                <a:solidFill>
                  <a:srgbClr val="2F6B5F"/>
                </a:solidFill>
              </a:defRPr>
            </a:lvl6pPr>
            <a:lvl7pPr algn="ctr">
              <a:defRPr sz="2100" b="1">
                <a:solidFill>
                  <a:srgbClr val="2F6B5F"/>
                </a:solidFill>
              </a:defRPr>
            </a:lvl7pPr>
            <a:lvl8pPr algn="ctr">
              <a:defRPr sz="2100" b="1">
                <a:solidFill>
                  <a:srgbClr val="2F6B5F"/>
                </a:solidFill>
              </a:defRPr>
            </a:lvl8pPr>
            <a:lvl9pPr algn="ctr">
              <a:defRPr sz="2100" b="1">
                <a:solidFill>
                  <a:srgbClr val="2F6B5F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F6B5F"/>
                </a:solidFill>
              </a:defRPr>
            </a:pPr>
            <a:r>
              <a:rPr sz="2100" b="1">
                <a:solidFill>
                  <a:srgbClr val="2F6B5F"/>
                </a:solidFill>
              </a:rPr>
              <a:t>S$4,000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581E6-C97C-4595-8EA5-5452E5FD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0"/>
            <a:ext cx="81915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6B5F"/>
          </a:solidFill>
          <a:ln xmlns:a="http://schemas.openxmlformats.org/drawingml/2006/main" w="9525">
            <a:solidFill>
              <a:srgbClr val="2F6B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7FC7C4-0FCC-4172-8B7E-1749F156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3362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0951F-6E19-4F17-A9E2-99595EF2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67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61716B"/>
                </a:solidFill>
              </a:defRPr>
            </a:defPPr>
            <a:lvl1pPr algn="ctr">
              <a:defRPr sz="1425" b="1">
                <a:solidFill>
                  <a:srgbClr val="61716B"/>
                </a:solidFill>
              </a:defRPr>
            </a:lvl1pPr>
            <a:lvl2pPr algn="ctr">
              <a:defRPr sz="1425" b="1">
                <a:solidFill>
                  <a:srgbClr val="61716B"/>
                </a:solidFill>
              </a:defRPr>
            </a:lvl2pPr>
            <a:lvl3pPr algn="ctr">
              <a:defRPr sz="1425" b="1">
                <a:solidFill>
                  <a:srgbClr val="61716B"/>
                </a:solidFill>
              </a:defRPr>
            </a:lvl3pPr>
            <a:lvl4pPr algn="ctr">
              <a:defRPr sz="1425" b="1">
                <a:solidFill>
                  <a:srgbClr val="61716B"/>
                </a:solidFill>
              </a:defRPr>
            </a:lvl4pPr>
            <a:lvl5pPr algn="ctr">
              <a:defRPr sz="1425" b="1">
                <a:solidFill>
                  <a:srgbClr val="61716B"/>
                </a:solidFill>
              </a:defRPr>
            </a:lvl5pPr>
            <a:lvl6pPr algn="ctr">
              <a:defRPr sz="1425" b="1">
                <a:solidFill>
                  <a:srgbClr val="61716B"/>
                </a:solidFill>
              </a:defRPr>
            </a:lvl6pPr>
            <a:lvl7pPr algn="ctr">
              <a:defRPr sz="1425" b="1">
                <a:solidFill>
                  <a:srgbClr val="61716B"/>
                </a:solidFill>
              </a:defRPr>
            </a:lvl7pPr>
            <a:lvl8pPr algn="ctr">
              <a:defRPr sz="1425" b="1">
                <a:solidFill>
                  <a:srgbClr val="61716B"/>
                </a:solidFill>
              </a:defRPr>
            </a:lvl8pPr>
            <a:lvl9pPr algn="ctr">
              <a:defRPr sz="1425" b="1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61716B"/>
                </a:solidFill>
              </a:defRPr>
            </a:pPr>
            <a:r>
              <a:rPr sz="1425" b="1">
                <a:solidFill>
                  <a:srgbClr val="61716B"/>
                </a:solidFill>
              </a:rPr>
              <a:t>Senior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61326C-DA0E-4A09-9AD0-4DF0CB24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908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2F6B5F"/>
                </a:solidFill>
              </a:defRPr>
            </a:defPPr>
            <a:lvl1pPr algn="ctr">
              <a:defRPr sz="2100" b="1">
                <a:solidFill>
                  <a:srgbClr val="2F6B5F"/>
                </a:solidFill>
              </a:defRPr>
            </a:lvl1pPr>
            <a:lvl2pPr algn="ctr">
              <a:defRPr sz="2100" b="1">
                <a:solidFill>
                  <a:srgbClr val="2F6B5F"/>
                </a:solidFill>
              </a:defRPr>
            </a:lvl2pPr>
            <a:lvl3pPr algn="ctr">
              <a:defRPr sz="2100" b="1">
                <a:solidFill>
                  <a:srgbClr val="2F6B5F"/>
                </a:solidFill>
              </a:defRPr>
            </a:lvl3pPr>
            <a:lvl4pPr algn="ctr">
              <a:defRPr sz="2100" b="1">
                <a:solidFill>
                  <a:srgbClr val="2F6B5F"/>
                </a:solidFill>
              </a:defRPr>
            </a:lvl4pPr>
            <a:lvl5pPr algn="ctr">
              <a:defRPr sz="2100" b="1">
                <a:solidFill>
                  <a:srgbClr val="2F6B5F"/>
                </a:solidFill>
              </a:defRPr>
            </a:lvl5pPr>
            <a:lvl6pPr algn="ctr">
              <a:defRPr sz="2100" b="1">
                <a:solidFill>
                  <a:srgbClr val="2F6B5F"/>
                </a:solidFill>
              </a:defRPr>
            </a:lvl6pPr>
            <a:lvl7pPr algn="ctr">
              <a:defRPr sz="2100" b="1">
                <a:solidFill>
                  <a:srgbClr val="2F6B5F"/>
                </a:solidFill>
              </a:defRPr>
            </a:lvl7pPr>
            <a:lvl8pPr algn="ctr">
              <a:defRPr sz="2100" b="1">
                <a:solidFill>
                  <a:srgbClr val="2F6B5F"/>
                </a:solidFill>
              </a:defRPr>
            </a:lvl8pPr>
            <a:lvl9pPr algn="ctr">
              <a:defRPr sz="2100" b="1">
                <a:solidFill>
                  <a:srgbClr val="2F6B5F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F6B5F"/>
                </a:solidFill>
              </a:defRPr>
            </a:pPr>
            <a:r>
              <a:rPr sz="2100" b="1">
                <a:solidFill>
                  <a:srgbClr val="2F6B5F"/>
                </a:solidFill>
              </a:rPr>
              <a:t>S$5,000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584F68-8801-4EC9-8AC6-84CDB3C4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0"/>
            <a:ext cx="81915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6B5F"/>
          </a:solidFill>
          <a:ln xmlns:a="http://schemas.openxmlformats.org/drawingml/2006/main" w="9525">
            <a:solidFill>
              <a:srgbClr val="2F6B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AD7E01-3B02-4F44-AF6A-89CF9086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3362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DCEBE4"/>
          </a:solidFill>
          <a:ln xmlns:a="http://schemas.openxmlformats.org/drawingml/2006/main" w="9525">
            <a:solidFill>
              <a:srgbClr val="DCEB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5A2C10-09ED-4937-9192-FCDC9E32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71750"/>
            <a:ext cx="167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61716B"/>
                </a:solidFill>
              </a:defRPr>
            </a:defPPr>
            <a:lvl1pPr algn="ctr">
              <a:defRPr sz="1425" b="1">
                <a:solidFill>
                  <a:srgbClr val="61716B"/>
                </a:solidFill>
              </a:defRPr>
            </a:lvl1pPr>
            <a:lvl2pPr algn="ctr">
              <a:defRPr sz="1425" b="1">
                <a:solidFill>
                  <a:srgbClr val="61716B"/>
                </a:solidFill>
              </a:defRPr>
            </a:lvl2pPr>
            <a:lvl3pPr algn="ctr">
              <a:defRPr sz="1425" b="1">
                <a:solidFill>
                  <a:srgbClr val="61716B"/>
                </a:solidFill>
              </a:defRPr>
            </a:lvl3pPr>
            <a:lvl4pPr algn="ctr">
              <a:defRPr sz="1425" b="1">
                <a:solidFill>
                  <a:srgbClr val="61716B"/>
                </a:solidFill>
              </a:defRPr>
            </a:lvl4pPr>
            <a:lvl5pPr algn="ctr">
              <a:defRPr sz="1425" b="1">
                <a:solidFill>
                  <a:srgbClr val="61716B"/>
                </a:solidFill>
              </a:defRPr>
            </a:lvl5pPr>
            <a:lvl6pPr algn="ctr">
              <a:defRPr sz="1425" b="1">
                <a:solidFill>
                  <a:srgbClr val="61716B"/>
                </a:solidFill>
              </a:defRPr>
            </a:lvl6pPr>
            <a:lvl7pPr algn="ctr">
              <a:defRPr sz="1425" b="1">
                <a:solidFill>
                  <a:srgbClr val="61716B"/>
                </a:solidFill>
              </a:defRPr>
            </a:lvl7pPr>
            <a:lvl8pPr algn="ctr">
              <a:defRPr sz="1425" b="1">
                <a:solidFill>
                  <a:srgbClr val="61716B"/>
                </a:solidFill>
              </a:defRPr>
            </a:lvl8pPr>
            <a:lvl9pPr algn="ctr">
              <a:defRPr sz="1425" b="1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61716B"/>
                </a:solidFill>
              </a:defRPr>
            </a:pPr>
            <a:r>
              <a:rPr sz="1425" b="1">
                <a:solidFill>
                  <a:srgbClr val="61716B"/>
                </a:solidFill>
              </a:rPr>
              <a:t>Management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C78E17-322E-41CD-A252-4A4808F2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908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2F6B5F"/>
                </a:solidFill>
              </a:defRPr>
            </a:defPPr>
            <a:lvl1pPr algn="ctr">
              <a:defRPr sz="2100" b="1">
                <a:solidFill>
                  <a:srgbClr val="2F6B5F"/>
                </a:solidFill>
              </a:defRPr>
            </a:lvl1pPr>
            <a:lvl2pPr algn="ctr">
              <a:defRPr sz="2100" b="1">
                <a:solidFill>
                  <a:srgbClr val="2F6B5F"/>
                </a:solidFill>
              </a:defRPr>
            </a:lvl2pPr>
            <a:lvl3pPr algn="ctr">
              <a:defRPr sz="2100" b="1">
                <a:solidFill>
                  <a:srgbClr val="2F6B5F"/>
                </a:solidFill>
              </a:defRPr>
            </a:lvl3pPr>
            <a:lvl4pPr algn="ctr">
              <a:defRPr sz="2100" b="1">
                <a:solidFill>
                  <a:srgbClr val="2F6B5F"/>
                </a:solidFill>
              </a:defRPr>
            </a:lvl4pPr>
            <a:lvl5pPr algn="ctr">
              <a:defRPr sz="2100" b="1">
                <a:solidFill>
                  <a:srgbClr val="2F6B5F"/>
                </a:solidFill>
              </a:defRPr>
            </a:lvl5pPr>
            <a:lvl6pPr algn="ctr">
              <a:defRPr sz="2100" b="1">
                <a:solidFill>
                  <a:srgbClr val="2F6B5F"/>
                </a:solidFill>
              </a:defRPr>
            </a:lvl6pPr>
            <a:lvl7pPr algn="ctr">
              <a:defRPr sz="2100" b="1">
                <a:solidFill>
                  <a:srgbClr val="2F6B5F"/>
                </a:solidFill>
              </a:defRPr>
            </a:lvl7pPr>
            <a:lvl8pPr algn="ctr">
              <a:defRPr sz="2100" b="1">
                <a:solidFill>
                  <a:srgbClr val="2F6B5F"/>
                </a:solidFill>
              </a:defRPr>
            </a:lvl8pPr>
            <a:lvl9pPr algn="ctr">
              <a:defRPr sz="2100" b="1">
                <a:solidFill>
                  <a:srgbClr val="2F6B5F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F6B5F"/>
                </a:solidFill>
              </a:defRPr>
            </a:pPr>
            <a:r>
              <a:rPr sz="2100" b="1">
                <a:solidFill>
                  <a:srgbClr val="2F6B5F"/>
                </a:solidFill>
              </a:rPr>
              <a:t>S$6,500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1234E7-165E-4E89-BE4D-C2B2AC3C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0"/>
            <a:ext cx="81915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6B5F"/>
          </a:solidFill>
          <a:ln xmlns:a="http://schemas.openxmlformats.org/drawingml/2006/main" w="9525">
            <a:solidFill>
              <a:srgbClr val="2F6B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2EECE7-2F64-490A-8E5B-467C5964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8332D"/>
                </a:solidFill>
              </a:defRPr>
            </a:defPPr>
            <a:lvl1pPr>
              <a:defRPr sz="1650" b="1">
                <a:solidFill>
                  <a:srgbClr val="18332D"/>
                </a:solidFill>
              </a:defRPr>
            </a:lvl1pPr>
            <a:lvl2pPr>
              <a:defRPr sz="1650" b="1">
                <a:solidFill>
                  <a:srgbClr val="18332D"/>
                </a:solidFill>
              </a:defRPr>
            </a:lvl2pPr>
            <a:lvl3pPr>
              <a:defRPr sz="1650" b="1">
                <a:solidFill>
                  <a:srgbClr val="18332D"/>
                </a:solidFill>
              </a:defRPr>
            </a:lvl3pPr>
            <a:lvl4pPr>
              <a:defRPr sz="1650" b="1">
                <a:solidFill>
                  <a:srgbClr val="18332D"/>
                </a:solidFill>
              </a:defRPr>
            </a:lvl4pPr>
            <a:lvl5pPr>
              <a:defRPr sz="1650" b="1">
                <a:solidFill>
                  <a:srgbClr val="18332D"/>
                </a:solidFill>
              </a:defRPr>
            </a:lvl5pPr>
            <a:lvl6pPr>
              <a:defRPr sz="1650" b="1">
                <a:solidFill>
                  <a:srgbClr val="18332D"/>
                </a:solidFill>
              </a:defRPr>
            </a:lvl6pPr>
            <a:lvl7pPr>
              <a:defRPr sz="1650" b="1">
                <a:solidFill>
                  <a:srgbClr val="18332D"/>
                </a:solidFill>
              </a:defRPr>
            </a:lvl7pPr>
            <a:lvl8pPr>
              <a:defRPr sz="1650" b="1">
                <a:solidFill>
                  <a:srgbClr val="18332D"/>
                </a:solidFill>
              </a:defRPr>
            </a:lvl8pPr>
            <a:lvl9pPr>
              <a:defRPr sz="1650" b="1">
                <a:solidFill>
                  <a:srgbClr val="18332D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332D"/>
                </a:solidFill>
              </a:defRPr>
            </a:pPr>
            <a:r>
              <a:rPr sz="1650" b="1">
                <a:solidFill>
                  <a:srgbClr val="18332D"/>
                </a:solidFill>
              </a:rPr>
              <a:t>Overall median: S$3,850  ·  Middle half: S$2,950–S$5,500</a:t>
            </a:r>
          </a:p>
        </p:txBody>
      </p:sp>
    </p:spTree>
    <p:extLst>
      <p:ext uri="{BB962C8B-B14F-4D97-AF65-F5344CB8AC3E}">
        <p14:creationId xmlns:p14="http://schemas.microsoft.com/office/powerpoint/2010/main" val="2465915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1F560-B1DF-4A32-9976-C62CD20D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F6B5F"/>
                </a:solidFill>
              </a:defRPr>
            </a:defPPr>
            <a:lvl1pPr>
              <a:defRPr sz="1050" b="1">
                <a:solidFill>
                  <a:srgbClr val="2F6B5F"/>
                </a:solidFill>
              </a:defRPr>
            </a:lvl1pPr>
            <a:lvl2pPr>
              <a:defRPr sz="1050" b="1">
                <a:solidFill>
                  <a:srgbClr val="2F6B5F"/>
                </a:solidFill>
              </a:defRPr>
            </a:lvl2pPr>
            <a:lvl3pPr>
              <a:defRPr sz="1050" b="1">
                <a:solidFill>
                  <a:srgbClr val="2F6B5F"/>
                </a:solidFill>
              </a:defRPr>
            </a:lvl3pPr>
            <a:lvl4pPr>
              <a:defRPr sz="1050" b="1">
                <a:solidFill>
                  <a:srgbClr val="2F6B5F"/>
                </a:solidFill>
              </a:defRPr>
            </a:lvl4pPr>
            <a:lvl5pPr>
              <a:defRPr sz="1050" b="1">
                <a:solidFill>
                  <a:srgbClr val="2F6B5F"/>
                </a:solidFill>
              </a:defRPr>
            </a:lvl5pPr>
            <a:lvl6pPr>
              <a:defRPr sz="1050" b="1">
                <a:solidFill>
                  <a:srgbClr val="2F6B5F"/>
                </a:solidFill>
              </a:defRPr>
            </a:lvl6pPr>
            <a:lvl7pPr>
              <a:defRPr sz="1050" b="1">
                <a:solidFill>
                  <a:srgbClr val="2F6B5F"/>
                </a:solidFill>
              </a:defRPr>
            </a:lvl7pPr>
            <a:lvl8pPr>
              <a:defRPr sz="1050" b="1">
                <a:solidFill>
                  <a:srgbClr val="2F6B5F"/>
                </a:solidFill>
              </a:defRPr>
            </a:lvl8pPr>
            <a:lvl9pPr>
              <a:defRPr sz="1050" b="1">
                <a:solidFill>
                  <a:srgbClr val="2F6B5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F6B5F"/>
                </a:solidFill>
              </a:defRPr>
            </a:pPr>
            <a:r>
              <a:rPr sz="1050" b="1">
                <a:solidFill>
                  <a:srgbClr val="2F6B5F"/>
                </a:solidFill>
              </a:rPr>
              <a:t>FINDING 2 · CATEGORIES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3187D-668C-468A-B844-89ACF7CA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8332D"/>
                </a:solidFill>
              </a:defRPr>
            </a:defPPr>
            <a:lvl1pPr>
              <a:defRPr sz="2700" b="1">
                <a:solidFill>
                  <a:srgbClr val="18332D"/>
                </a:solidFill>
              </a:defRPr>
            </a:lvl1pPr>
            <a:lvl2pPr>
              <a:defRPr sz="2700" b="1">
                <a:solidFill>
                  <a:srgbClr val="18332D"/>
                </a:solidFill>
              </a:defRPr>
            </a:lvl2pPr>
            <a:lvl3pPr>
              <a:defRPr sz="2700" b="1">
                <a:solidFill>
                  <a:srgbClr val="18332D"/>
                </a:solidFill>
              </a:defRPr>
            </a:lvl3pPr>
            <a:lvl4pPr>
              <a:defRPr sz="2700" b="1">
                <a:solidFill>
                  <a:srgbClr val="18332D"/>
                </a:solidFill>
              </a:defRPr>
            </a:lvl4pPr>
            <a:lvl5pPr>
              <a:defRPr sz="2700" b="1">
                <a:solidFill>
                  <a:srgbClr val="18332D"/>
                </a:solidFill>
              </a:defRPr>
            </a:lvl5pPr>
            <a:lvl6pPr>
              <a:defRPr sz="2700" b="1">
                <a:solidFill>
                  <a:srgbClr val="18332D"/>
                </a:solidFill>
              </a:defRPr>
            </a:lvl6pPr>
            <a:lvl7pPr>
              <a:defRPr sz="2700" b="1">
                <a:solidFill>
                  <a:srgbClr val="18332D"/>
                </a:solidFill>
              </a:defRPr>
            </a:lvl7pPr>
            <a:lvl8pPr>
              <a:defRPr sz="2700" b="1">
                <a:solidFill>
                  <a:srgbClr val="18332D"/>
                </a:solidFill>
              </a:defRPr>
            </a:lvl8pPr>
            <a:lvl9pPr>
              <a:defRPr sz="2700" b="1">
                <a:solidFill>
                  <a:srgbClr val="18332D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8332D"/>
                </a:solidFill>
              </a:defRPr>
            </a:pPr>
            <a:r>
              <a:rPr sz="2700" b="1">
                <a:solidFill>
                  <a:srgbClr val="18332D"/>
                </a:solidFill>
              </a:rPr>
              <a:t>Posting volume and pay tell different stories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FDC38-BEAB-45F4-9E2C-B90D02DC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1716B"/>
                </a:solidFill>
              </a:defRPr>
            </a:defPPr>
            <a:lvl1pPr>
              <a:defRPr sz="900" b="0">
                <a:solidFill>
                  <a:srgbClr val="61716B"/>
                </a:solidFill>
              </a:defRPr>
            </a:lvl1pPr>
            <a:lvl2pPr>
              <a:defRPr sz="900" b="0">
                <a:solidFill>
                  <a:srgbClr val="61716B"/>
                </a:solidFill>
              </a:defRPr>
            </a:lvl2pPr>
            <a:lvl3pPr>
              <a:defRPr sz="900" b="0">
                <a:solidFill>
                  <a:srgbClr val="61716B"/>
                </a:solidFill>
              </a:defRPr>
            </a:lvl3pPr>
            <a:lvl4pPr>
              <a:defRPr sz="900" b="0">
                <a:solidFill>
                  <a:srgbClr val="61716B"/>
                </a:solidFill>
              </a:defRPr>
            </a:lvl4pPr>
            <a:lvl5pPr>
              <a:defRPr sz="900" b="0">
                <a:solidFill>
                  <a:srgbClr val="61716B"/>
                </a:solidFill>
              </a:defRPr>
            </a:lvl5pPr>
            <a:lvl6pPr>
              <a:defRPr sz="900" b="0">
                <a:solidFill>
                  <a:srgbClr val="61716B"/>
                </a:solidFill>
              </a:defRPr>
            </a:lvl6pPr>
            <a:lvl7pPr>
              <a:defRPr sz="900" b="0">
                <a:solidFill>
                  <a:srgbClr val="61716B"/>
                </a:solidFill>
              </a:defRPr>
            </a:lvl7pPr>
            <a:lvl8pPr>
              <a:defRPr sz="900" b="0">
                <a:solidFill>
                  <a:srgbClr val="61716B"/>
                </a:solidFill>
              </a:defRPr>
            </a:lvl8pPr>
            <a:lvl9pPr>
              <a:defRPr sz="900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1716B"/>
                </a:solidFill>
              </a:defRPr>
            </a:pPr>
            <a:r>
              <a:rPr sz="900" b="0">
                <a:solidFill>
                  <a:srgbClr val="61716B"/>
                </a:solidFill>
              </a:rPr>
              <a:t>SINGAPORE JOBS EXPLORER ·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A9C4D-C2D3-4586-9767-967DB865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95300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5AC0D-0AEF-4B6B-A707-B0656EA0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53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61716B"/>
                </a:solidFill>
              </a:defRPr>
            </a:defPPr>
            <a:lvl1pPr>
              <a:defRPr sz="975" b="1">
                <a:solidFill>
                  <a:srgbClr val="61716B"/>
                </a:solidFill>
              </a:defRPr>
            </a:lvl1pPr>
            <a:lvl2pPr>
              <a:defRPr sz="975" b="1">
                <a:solidFill>
                  <a:srgbClr val="61716B"/>
                </a:solidFill>
              </a:defRPr>
            </a:lvl2pPr>
            <a:lvl3pPr>
              <a:defRPr sz="975" b="1">
                <a:solidFill>
                  <a:srgbClr val="61716B"/>
                </a:solidFill>
              </a:defRPr>
            </a:lvl3pPr>
            <a:lvl4pPr>
              <a:defRPr sz="975" b="1">
                <a:solidFill>
                  <a:srgbClr val="61716B"/>
                </a:solidFill>
              </a:defRPr>
            </a:lvl4pPr>
            <a:lvl5pPr>
              <a:defRPr sz="975" b="1">
                <a:solidFill>
                  <a:srgbClr val="61716B"/>
                </a:solidFill>
              </a:defRPr>
            </a:lvl5pPr>
            <a:lvl6pPr>
              <a:defRPr sz="975" b="1">
                <a:solidFill>
                  <a:srgbClr val="61716B"/>
                </a:solidFill>
              </a:defRPr>
            </a:lvl6pPr>
            <a:lvl7pPr>
              <a:defRPr sz="975" b="1">
                <a:solidFill>
                  <a:srgbClr val="61716B"/>
                </a:solidFill>
              </a:defRPr>
            </a:lvl7pPr>
            <a:lvl8pPr>
              <a:defRPr sz="975" b="1">
                <a:solidFill>
                  <a:srgbClr val="61716B"/>
                </a:solidFill>
              </a:defRPr>
            </a:lvl8pPr>
            <a:lvl9pPr>
              <a:defRPr sz="975" b="1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1716B"/>
                </a:solidFill>
              </a:defRPr>
            </a:pPr>
            <a:r>
              <a:rPr sz="975" b="1">
                <a:solidFill>
                  <a:srgbClr val="61716B"/>
                </a:solidFill>
              </a:rPr>
              <a:t>INFORMATION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A716E-603B-4770-8F0E-5CC52CB4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4533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2F6B5F"/>
                </a:solidFill>
              </a:defRPr>
            </a:defPPr>
            <a:lvl1pPr>
              <a:defRPr sz="2400" b="1">
                <a:solidFill>
                  <a:srgbClr val="2F6B5F"/>
                </a:solidFill>
              </a:defRPr>
            </a:lvl1pPr>
            <a:lvl2pPr>
              <a:defRPr sz="2400" b="1">
                <a:solidFill>
                  <a:srgbClr val="2F6B5F"/>
                </a:solidFill>
              </a:defRPr>
            </a:lvl2pPr>
            <a:lvl3pPr>
              <a:defRPr sz="2400" b="1">
                <a:solidFill>
                  <a:srgbClr val="2F6B5F"/>
                </a:solidFill>
              </a:defRPr>
            </a:lvl3pPr>
            <a:lvl4pPr>
              <a:defRPr sz="2400" b="1">
                <a:solidFill>
                  <a:srgbClr val="2F6B5F"/>
                </a:solidFill>
              </a:defRPr>
            </a:lvl4pPr>
            <a:lvl5pPr>
              <a:defRPr sz="2400" b="1">
                <a:solidFill>
                  <a:srgbClr val="2F6B5F"/>
                </a:solidFill>
              </a:defRPr>
            </a:lvl5pPr>
            <a:lvl6pPr>
              <a:defRPr sz="2400" b="1">
                <a:solidFill>
                  <a:srgbClr val="2F6B5F"/>
                </a:solidFill>
              </a:defRPr>
            </a:lvl6pPr>
            <a:lvl7pPr>
              <a:defRPr sz="2400" b="1">
                <a:solidFill>
                  <a:srgbClr val="2F6B5F"/>
                </a:solidFill>
              </a:defRPr>
            </a:lvl7pPr>
            <a:lvl8pPr>
              <a:defRPr sz="2400" b="1">
                <a:solidFill>
                  <a:srgbClr val="2F6B5F"/>
                </a:solidFill>
              </a:defRPr>
            </a:lvl8pPr>
            <a:lvl9pPr>
              <a:defRPr sz="2400" b="1">
                <a:solidFill>
                  <a:srgbClr val="2F6B5F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F6B5F"/>
                </a:solidFill>
              </a:defRPr>
            </a:pPr>
            <a:r>
              <a:rPr sz="2400" b="1">
                <a:solidFill>
                  <a:srgbClr val="2F6B5F"/>
                </a:solidFill>
              </a:rPr>
              <a:t>140,866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DA4C5-7374-435E-91A9-DE3E6F05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67125"/>
            <a:ext cx="453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1716B"/>
                </a:solidFill>
              </a:defRPr>
            </a:defPPr>
            <a:lvl1pPr>
              <a:defRPr sz="1275" b="0">
                <a:solidFill>
                  <a:srgbClr val="61716B"/>
                </a:solidFill>
              </a:defRPr>
            </a:lvl1pPr>
            <a:lvl2pPr>
              <a:defRPr sz="1275" b="0">
                <a:solidFill>
                  <a:srgbClr val="61716B"/>
                </a:solidFill>
              </a:defRPr>
            </a:lvl2pPr>
            <a:lvl3pPr>
              <a:defRPr sz="1275" b="0">
                <a:solidFill>
                  <a:srgbClr val="61716B"/>
                </a:solidFill>
              </a:defRPr>
            </a:lvl3pPr>
            <a:lvl4pPr>
              <a:defRPr sz="1275" b="0">
                <a:solidFill>
                  <a:srgbClr val="61716B"/>
                </a:solidFill>
              </a:defRPr>
            </a:lvl4pPr>
            <a:lvl5pPr>
              <a:defRPr sz="1275" b="0">
                <a:solidFill>
                  <a:srgbClr val="61716B"/>
                </a:solidFill>
              </a:defRPr>
            </a:lvl5pPr>
            <a:lvl6pPr>
              <a:defRPr sz="1275" b="0">
                <a:solidFill>
                  <a:srgbClr val="61716B"/>
                </a:solidFill>
              </a:defRPr>
            </a:lvl6pPr>
            <a:lvl7pPr>
              <a:defRPr sz="1275" b="0">
                <a:solidFill>
                  <a:srgbClr val="61716B"/>
                </a:solidFill>
              </a:defRPr>
            </a:lvl7pPr>
            <a:lvl8pPr>
              <a:defRPr sz="1275" b="0">
                <a:solidFill>
                  <a:srgbClr val="61716B"/>
                </a:solidFill>
              </a:defRPr>
            </a:lvl8pPr>
            <a:lvl9pPr>
              <a:defRPr sz="1275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6B"/>
                </a:solidFill>
              </a:defRPr>
            </a:pPr>
            <a:r>
              <a:rPr sz="1275" b="0">
                <a:solidFill>
                  <a:srgbClr val="61716B"/>
                </a:solidFill>
              </a:rPr>
              <a:t>Category postings · median listed pay S$6,500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0A091-93EC-49EB-9443-CF7551D5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76500"/>
            <a:ext cx="495300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857E1-27A9-4D10-A87C-927BCE55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47950"/>
            <a:ext cx="453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61716B"/>
                </a:solidFill>
              </a:defRPr>
            </a:defPPr>
            <a:lvl1pPr>
              <a:defRPr sz="975" b="1">
                <a:solidFill>
                  <a:srgbClr val="61716B"/>
                </a:solidFill>
              </a:defRPr>
            </a:lvl1pPr>
            <a:lvl2pPr>
              <a:defRPr sz="975" b="1">
                <a:solidFill>
                  <a:srgbClr val="61716B"/>
                </a:solidFill>
              </a:defRPr>
            </a:lvl2pPr>
            <a:lvl3pPr>
              <a:defRPr sz="975" b="1">
                <a:solidFill>
                  <a:srgbClr val="61716B"/>
                </a:solidFill>
              </a:defRPr>
            </a:lvl3pPr>
            <a:lvl4pPr>
              <a:defRPr sz="975" b="1">
                <a:solidFill>
                  <a:srgbClr val="61716B"/>
                </a:solidFill>
              </a:defRPr>
            </a:lvl4pPr>
            <a:lvl5pPr>
              <a:defRPr sz="975" b="1">
                <a:solidFill>
                  <a:srgbClr val="61716B"/>
                </a:solidFill>
              </a:defRPr>
            </a:lvl5pPr>
            <a:lvl6pPr>
              <a:defRPr sz="975" b="1">
                <a:solidFill>
                  <a:srgbClr val="61716B"/>
                </a:solidFill>
              </a:defRPr>
            </a:lvl6pPr>
            <a:lvl7pPr>
              <a:defRPr sz="975" b="1">
                <a:solidFill>
                  <a:srgbClr val="61716B"/>
                </a:solidFill>
              </a:defRPr>
            </a:lvl7pPr>
            <a:lvl8pPr>
              <a:defRPr sz="975" b="1">
                <a:solidFill>
                  <a:srgbClr val="61716B"/>
                </a:solidFill>
              </a:defRPr>
            </a:lvl8pPr>
            <a:lvl9pPr>
              <a:defRPr sz="975" b="1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1716B"/>
                </a:solidFill>
              </a:defRPr>
            </a:pPr>
            <a:r>
              <a:rPr sz="975" b="1">
                <a:solidFill>
                  <a:srgbClr val="61716B"/>
                </a:solidFill>
              </a:rPr>
              <a:t>ADMIN / SECRETARIAL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1B895-BDE9-409C-AA81-EEF86E1D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90850"/>
            <a:ext cx="4533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D18B47"/>
                </a:solidFill>
              </a:defRPr>
            </a:defPPr>
            <a:lvl1pPr>
              <a:defRPr sz="2400" b="1">
                <a:solidFill>
                  <a:srgbClr val="D18B47"/>
                </a:solidFill>
              </a:defRPr>
            </a:lvl1pPr>
            <a:lvl2pPr>
              <a:defRPr sz="2400" b="1">
                <a:solidFill>
                  <a:srgbClr val="D18B47"/>
                </a:solidFill>
              </a:defRPr>
            </a:lvl2pPr>
            <a:lvl3pPr>
              <a:defRPr sz="2400" b="1">
                <a:solidFill>
                  <a:srgbClr val="D18B47"/>
                </a:solidFill>
              </a:defRPr>
            </a:lvl3pPr>
            <a:lvl4pPr>
              <a:defRPr sz="2400" b="1">
                <a:solidFill>
                  <a:srgbClr val="D18B47"/>
                </a:solidFill>
              </a:defRPr>
            </a:lvl4pPr>
            <a:lvl5pPr>
              <a:defRPr sz="2400" b="1">
                <a:solidFill>
                  <a:srgbClr val="D18B47"/>
                </a:solidFill>
              </a:defRPr>
            </a:lvl5pPr>
            <a:lvl6pPr>
              <a:defRPr sz="2400" b="1">
                <a:solidFill>
                  <a:srgbClr val="D18B47"/>
                </a:solidFill>
              </a:defRPr>
            </a:lvl6pPr>
            <a:lvl7pPr>
              <a:defRPr sz="2400" b="1">
                <a:solidFill>
                  <a:srgbClr val="D18B47"/>
                </a:solidFill>
              </a:defRPr>
            </a:lvl7pPr>
            <a:lvl8pPr>
              <a:defRPr sz="2400" b="1">
                <a:solidFill>
                  <a:srgbClr val="D18B47"/>
                </a:solidFill>
              </a:defRPr>
            </a:lvl8pPr>
            <a:lvl9pPr>
              <a:defRPr sz="2400" b="1">
                <a:solidFill>
                  <a:srgbClr val="D18B47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D18B47"/>
                </a:solidFill>
              </a:defRPr>
            </a:pPr>
            <a:r>
              <a:rPr sz="2400" b="1">
                <a:solidFill>
                  <a:srgbClr val="D18B47"/>
                </a:solidFill>
              </a:rPr>
              <a:t>117,854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597A1-4C82-426A-8E0D-798A33B7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67125"/>
            <a:ext cx="453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1716B"/>
                </a:solidFill>
              </a:defRPr>
            </a:defPPr>
            <a:lvl1pPr>
              <a:defRPr sz="1275" b="0">
                <a:solidFill>
                  <a:srgbClr val="61716B"/>
                </a:solidFill>
              </a:defRPr>
            </a:lvl1pPr>
            <a:lvl2pPr>
              <a:defRPr sz="1275" b="0">
                <a:solidFill>
                  <a:srgbClr val="61716B"/>
                </a:solidFill>
              </a:defRPr>
            </a:lvl2pPr>
            <a:lvl3pPr>
              <a:defRPr sz="1275" b="0">
                <a:solidFill>
                  <a:srgbClr val="61716B"/>
                </a:solidFill>
              </a:defRPr>
            </a:lvl3pPr>
            <a:lvl4pPr>
              <a:defRPr sz="1275" b="0">
                <a:solidFill>
                  <a:srgbClr val="61716B"/>
                </a:solidFill>
              </a:defRPr>
            </a:lvl4pPr>
            <a:lvl5pPr>
              <a:defRPr sz="1275" b="0">
                <a:solidFill>
                  <a:srgbClr val="61716B"/>
                </a:solidFill>
              </a:defRPr>
            </a:lvl5pPr>
            <a:lvl6pPr>
              <a:defRPr sz="1275" b="0">
                <a:solidFill>
                  <a:srgbClr val="61716B"/>
                </a:solidFill>
              </a:defRPr>
            </a:lvl6pPr>
            <a:lvl7pPr>
              <a:defRPr sz="1275" b="0">
                <a:solidFill>
                  <a:srgbClr val="61716B"/>
                </a:solidFill>
              </a:defRPr>
            </a:lvl7pPr>
            <a:lvl8pPr>
              <a:defRPr sz="1275" b="0">
                <a:solidFill>
                  <a:srgbClr val="61716B"/>
                </a:solidFill>
              </a:defRPr>
            </a:lvl8pPr>
            <a:lvl9pPr>
              <a:defRPr sz="1275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6B"/>
                </a:solidFill>
              </a:defRPr>
            </a:pPr>
            <a:r>
              <a:rPr sz="1275" b="0">
                <a:solidFill>
                  <a:srgbClr val="61716B"/>
                </a:solidFill>
              </a:rPr>
              <a:t>Category postings · median listed pay S$2,900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34E8FE-B180-4B9E-BE45-58409A57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8332D"/>
                </a:solidFill>
              </a:defRPr>
            </a:defPPr>
            <a:lvl1pPr>
              <a:defRPr sz="1575" b="1">
                <a:solidFill>
                  <a:srgbClr val="18332D"/>
                </a:solidFill>
              </a:defRPr>
            </a:lvl1pPr>
            <a:lvl2pPr>
              <a:defRPr sz="1575" b="1">
                <a:solidFill>
                  <a:srgbClr val="18332D"/>
                </a:solidFill>
              </a:defRPr>
            </a:lvl2pPr>
            <a:lvl3pPr>
              <a:defRPr sz="1575" b="1">
                <a:solidFill>
                  <a:srgbClr val="18332D"/>
                </a:solidFill>
              </a:defRPr>
            </a:lvl3pPr>
            <a:lvl4pPr>
              <a:defRPr sz="1575" b="1">
                <a:solidFill>
                  <a:srgbClr val="18332D"/>
                </a:solidFill>
              </a:defRPr>
            </a:lvl4pPr>
            <a:lvl5pPr>
              <a:defRPr sz="1575" b="1">
                <a:solidFill>
                  <a:srgbClr val="18332D"/>
                </a:solidFill>
              </a:defRPr>
            </a:lvl5pPr>
            <a:lvl6pPr>
              <a:defRPr sz="1575" b="1">
                <a:solidFill>
                  <a:srgbClr val="18332D"/>
                </a:solidFill>
              </a:defRPr>
            </a:lvl6pPr>
            <a:lvl7pPr>
              <a:defRPr sz="1575" b="1">
                <a:solidFill>
                  <a:srgbClr val="18332D"/>
                </a:solidFill>
              </a:defRPr>
            </a:lvl7pPr>
            <a:lvl8pPr>
              <a:defRPr sz="1575" b="1">
                <a:solidFill>
                  <a:srgbClr val="18332D"/>
                </a:solidFill>
              </a:defRPr>
            </a:lvl8pPr>
            <a:lvl9pPr>
              <a:defRPr sz="1575" b="1">
                <a:solidFill>
                  <a:srgbClr val="18332D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8332D"/>
                </a:solidFill>
              </a:defRPr>
            </a:pPr>
            <a:r>
              <a:rPr sz="1575" b="1">
                <a:solidFill>
                  <a:srgbClr val="18332D"/>
                </a:solidFill>
              </a:rPr>
              <a:t>An advert can belong to more than one category, so category totals overlap.</a:t>
            </a:r>
          </a:p>
        </p:txBody>
      </p:sp>
    </p:spTree>
    <p:extLst>
      <p:ext uri="{BB962C8B-B14F-4D97-AF65-F5344CB8AC3E}">
        <p14:creationId xmlns:p14="http://schemas.microsoft.com/office/powerpoint/2010/main" val="1509040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9C1FE6-A753-4E78-B53A-B9CA6352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F6B5F"/>
                </a:solidFill>
              </a:defRPr>
            </a:defPPr>
            <a:lvl1pPr>
              <a:defRPr sz="1050" b="1">
                <a:solidFill>
                  <a:srgbClr val="2F6B5F"/>
                </a:solidFill>
              </a:defRPr>
            </a:lvl1pPr>
            <a:lvl2pPr>
              <a:defRPr sz="1050" b="1">
                <a:solidFill>
                  <a:srgbClr val="2F6B5F"/>
                </a:solidFill>
              </a:defRPr>
            </a:lvl2pPr>
            <a:lvl3pPr>
              <a:defRPr sz="1050" b="1">
                <a:solidFill>
                  <a:srgbClr val="2F6B5F"/>
                </a:solidFill>
              </a:defRPr>
            </a:lvl3pPr>
            <a:lvl4pPr>
              <a:defRPr sz="1050" b="1">
                <a:solidFill>
                  <a:srgbClr val="2F6B5F"/>
                </a:solidFill>
              </a:defRPr>
            </a:lvl4pPr>
            <a:lvl5pPr>
              <a:defRPr sz="1050" b="1">
                <a:solidFill>
                  <a:srgbClr val="2F6B5F"/>
                </a:solidFill>
              </a:defRPr>
            </a:lvl5pPr>
            <a:lvl6pPr>
              <a:defRPr sz="1050" b="1">
                <a:solidFill>
                  <a:srgbClr val="2F6B5F"/>
                </a:solidFill>
              </a:defRPr>
            </a:lvl6pPr>
            <a:lvl7pPr>
              <a:defRPr sz="1050" b="1">
                <a:solidFill>
                  <a:srgbClr val="2F6B5F"/>
                </a:solidFill>
              </a:defRPr>
            </a:lvl7pPr>
            <a:lvl8pPr>
              <a:defRPr sz="1050" b="1">
                <a:solidFill>
                  <a:srgbClr val="2F6B5F"/>
                </a:solidFill>
              </a:defRPr>
            </a:lvl8pPr>
            <a:lvl9pPr>
              <a:defRPr sz="1050" b="1">
                <a:solidFill>
                  <a:srgbClr val="2F6B5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F6B5F"/>
                </a:solidFill>
              </a:defRPr>
            </a:pPr>
            <a:r>
              <a:rPr sz="1050" b="1">
                <a:solidFill>
                  <a:srgbClr val="2F6B5F"/>
                </a:solidFill>
              </a:rPr>
              <a:t>FINDING 3 · COMPETITION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EF9EC-EB9B-404A-ABFC-8FC9A91B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8332D"/>
                </a:solidFill>
              </a:defRPr>
            </a:defPPr>
            <a:lvl1pPr>
              <a:defRPr sz="2700" b="1">
                <a:solidFill>
                  <a:srgbClr val="18332D"/>
                </a:solidFill>
              </a:defRPr>
            </a:lvl1pPr>
            <a:lvl2pPr>
              <a:defRPr sz="2700" b="1">
                <a:solidFill>
                  <a:srgbClr val="18332D"/>
                </a:solidFill>
              </a:defRPr>
            </a:lvl2pPr>
            <a:lvl3pPr>
              <a:defRPr sz="2700" b="1">
                <a:solidFill>
                  <a:srgbClr val="18332D"/>
                </a:solidFill>
              </a:defRPr>
            </a:lvl3pPr>
            <a:lvl4pPr>
              <a:defRPr sz="2700" b="1">
                <a:solidFill>
                  <a:srgbClr val="18332D"/>
                </a:solidFill>
              </a:defRPr>
            </a:lvl4pPr>
            <a:lvl5pPr>
              <a:defRPr sz="2700" b="1">
                <a:solidFill>
                  <a:srgbClr val="18332D"/>
                </a:solidFill>
              </a:defRPr>
            </a:lvl5pPr>
            <a:lvl6pPr>
              <a:defRPr sz="2700" b="1">
                <a:solidFill>
                  <a:srgbClr val="18332D"/>
                </a:solidFill>
              </a:defRPr>
            </a:lvl6pPr>
            <a:lvl7pPr>
              <a:defRPr sz="2700" b="1">
                <a:solidFill>
                  <a:srgbClr val="18332D"/>
                </a:solidFill>
              </a:defRPr>
            </a:lvl7pPr>
            <a:lvl8pPr>
              <a:defRPr sz="2700" b="1">
                <a:solidFill>
                  <a:srgbClr val="18332D"/>
                </a:solidFill>
              </a:defRPr>
            </a:lvl8pPr>
            <a:lvl9pPr>
              <a:defRPr sz="2700" b="1">
                <a:solidFill>
                  <a:srgbClr val="18332D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8332D"/>
                </a:solidFill>
              </a:defRPr>
            </a:pPr>
            <a:r>
              <a:rPr sz="2700" b="1">
                <a:solidFill>
                  <a:srgbClr val="18332D"/>
                </a:solidFill>
              </a:rPr>
              <a:t>Applications per vacancy varies by category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0745E-6197-45C0-A632-181583CF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1716B"/>
                </a:solidFill>
              </a:defRPr>
            </a:defPPr>
            <a:lvl1pPr>
              <a:defRPr sz="900" b="0">
                <a:solidFill>
                  <a:srgbClr val="61716B"/>
                </a:solidFill>
              </a:defRPr>
            </a:lvl1pPr>
            <a:lvl2pPr>
              <a:defRPr sz="900" b="0">
                <a:solidFill>
                  <a:srgbClr val="61716B"/>
                </a:solidFill>
              </a:defRPr>
            </a:lvl2pPr>
            <a:lvl3pPr>
              <a:defRPr sz="900" b="0">
                <a:solidFill>
                  <a:srgbClr val="61716B"/>
                </a:solidFill>
              </a:defRPr>
            </a:lvl3pPr>
            <a:lvl4pPr>
              <a:defRPr sz="900" b="0">
                <a:solidFill>
                  <a:srgbClr val="61716B"/>
                </a:solidFill>
              </a:defRPr>
            </a:lvl4pPr>
            <a:lvl5pPr>
              <a:defRPr sz="900" b="0">
                <a:solidFill>
                  <a:srgbClr val="61716B"/>
                </a:solidFill>
              </a:defRPr>
            </a:lvl5pPr>
            <a:lvl6pPr>
              <a:defRPr sz="900" b="0">
                <a:solidFill>
                  <a:srgbClr val="61716B"/>
                </a:solidFill>
              </a:defRPr>
            </a:lvl6pPr>
            <a:lvl7pPr>
              <a:defRPr sz="900" b="0">
                <a:solidFill>
                  <a:srgbClr val="61716B"/>
                </a:solidFill>
              </a:defRPr>
            </a:lvl7pPr>
            <a:lvl8pPr>
              <a:defRPr sz="900" b="0">
                <a:solidFill>
                  <a:srgbClr val="61716B"/>
                </a:solidFill>
              </a:defRPr>
            </a:lvl8pPr>
            <a:lvl9pPr>
              <a:defRPr sz="900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1716B"/>
                </a:solidFill>
              </a:defRPr>
            </a:pPr>
            <a:r>
              <a:rPr sz="900" b="0">
                <a:solidFill>
                  <a:srgbClr val="61716B"/>
                </a:solidFill>
              </a:rPr>
              <a:t>SINGAPORE JOBS EXPLORER ·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75605-0F4F-497E-87ED-7BEA87C2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8332D"/>
                </a:solidFill>
              </a:defRPr>
            </a:defPPr>
            <a:lvl1pPr>
              <a:defRPr sz="1500" b="1">
                <a:solidFill>
                  <a:srgbClr val="18332D"/>
                </a:solidFill>
              </a:defRPr>
            </a:lvl1pPr>
            <a:lvl2pPr>
              <a:defRPr sz="1500" b="1">
                <a:solidFill>
                  <a:srgbClr val="18332D"/>
                </a:solidFill>
              </a:defRPr>
            </a:lvl2pPr>
            <a:lvl3pPr>
              <a:defRPr sz="1500" b="1">
                <a:solidFill>
                  <a:srgbClr val="18332D"/>
                </a:solidFill>
              </a:defRPr>
            </a:lvl3pPr>
            <a:lvl4pPr>
              <a:defRPr sz="1500" b="1">
                <a:solidFill>
                  <a:srgbClr val="18332D"/>
                </a:solidFill>
              </a:defRPr>
            </a:lvl4pPr>
            <a:lvl5pPr>
              <a:defRPr sz="1500" b="1">
                <a:solidFill>
                  <a:srgbClr val="18332D"/>
                </a:solidFill>
              </a:defRPr>
            </a:lvl5pPr>
            <a:lvl6pPr>
              <a:defRPr sz="1500" b="1">
                <a:solidFill>
                  <a:srgbClr val="18332D"/>
                </a:solidFill>
              </a:defRPr>
            </a:lvl6pPr>
            <a:lvl7pPr>
              <a:defRPr sz="1500" b="1">
                <a:solidFill>
                  <a:srgbClr val="18332D"/>
                </a:solidFill>
              </a:defRPr>
            </a:lvl7pPr>
            <a:lvl8pPr>
              <a:defRPr sz="1500" b="1">
                <a:solidFill>
                  <a:srgbClr val="18332D"/>
                </a:solidFill>
              </a:defRPr>
            </a:lvl8pPr>
            <a:lvl9pPr>
              <a:defRPr sz="1500" b="1">
                <a:solidFill>
                  <a:srgbClr val="18332D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8332D"/>
                </a:solidFill>
              </a:defRPr>
            </a:pPr>
            <a:r>
              <a:rPr sz="1500" b="1">
                <a:solidFill>
                  <a:srgbClr val="18332D"/>
                </a:solidFill>
              </a:rPr>
              <a:t>Personal Care / Beauty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DE98C-8CBB-45F6-B4F9-D514DC05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76450"/>
            <a:ext cx="523875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3E9E5"/>
          </a:solidFill>
          <a:ln xmlns:a="http://schemas.openxmlformats.org/drawingml/2006/main" w="9525">
            <a:solidFill>
              <a:srgbClr val="E3E9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A07EB-72FF-4C3F-B27F-E4272129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76450"/>
            <a:ext cx="363802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F6B5F"/>
          </a:solidFill>
          <a:ln xmlns:a="http://schemas.openxmlformats.org/drawingml/2006/main" w="9525">
            <a:solidFill>
              <a:srgbClr val="2F6B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B3BDD-44ED-4FFE-9461-1A80E908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002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8332D"/>
                </a:solidFill>
              </a:defRPr>
            </a:defPPr>
            <a:lvl1pPr>
              <a:defRPr sz="1725" b="1">
                <a:solidFill>
                  <a:srgbClr val="18332D"/>
                </a:solidFill>
              </a:defRPr>
            </a:lvl1pPr>
            <a:lvl2pPr>
              <a:defRPr sz="1725" b="1">
                <a:solidFill>
                  <a:srgbClr val="18332D"/>
                </a:solidFill>
              </a:defRPr>
            </a:lvl2pPr>
            <a:lvl3pPr>
              <a:defRPr sz="1725" b="1">
                <a:solidFill>
                  <a:srgbClr val="18332D"/>
                </a:solidFill>
              </a:defRPr>
            </a:lvl3pPr>
            <a:lvl4pPr>
              <a:defRPr sz="1725" b="1">
                <a:solidFill>
                  <a:srgbClr val="18332D"/>
                </a:solidFill>
              </a:defRPr>
            </a:lvl4pPr>
            <a:lvl5pPr>
              <a:defRPr sz="1725" b="1">
                <a:solidFill>
                  <a:srgbClr val="18332D"/>
                </a:solidFill>
              </a:defRPr>
            </a:lvl5pPr>
            <a:lvl6pPr>
              <a:defRPr sz="1725" b="1">
                <a:solidFill>
                  <a:srgbClr val="18332D"/>
                </a:solidFill>
              </a:defRPr>
            </a:lvl6pPr>
            <a:lvl7pPr>
              <a:defRPr sz="1725" b="1">
                <a:solidFill>
                  <a:srgbClr val="18332D"/>
                </a:solidFill>
              </a:defRPr>
            </a:lvl7pPr>
            <a:lvl8pPr>
              <a:defRPr sz="1725" b="1">
                <a:solidFill>
                  <a:srgbClr val="18332D"/>
                </a:solidFill>
              </a:defRPr>
            </a:lvl8pPr>
            <a:lvl9pPr>
              <a:defRPr sz="1725" b="1">
                <a:solidFill>
                  <a:srgbClr val="18332D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8332D"/>
                </a:solidFill>
              </a:defRPr>
            </a:pPr>
            <a:r>
              <a:rPr sz="1725" b="1">
                <a:solidFill>
                  <a:srgbClr val="18332D"/>
                </a:solidFill>
              </a:rPr>
              <a:t>0.15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A4B0F-7F72-42C5-9B51-9E95142B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8332D"/>
                </a:solidFill>
              </a:defRPr>
            </a:defPPr>
            <a:lvl1pPr>
              <a:defRPr sz="1500" b="1">
                <a:solidFill>
                  <a:srgbClr val="18332D"/>
                </a:solidFill>
              </a:defRPr>
            </a:lvl1pPr>
            <a:lvl2pPr>
              <a:defRPr sz="1500" b="1">
                <a:solidFill>
                  <a:srgbClr val="18332D"/>
                </a:solidFill>
              </a:defRPr>
            </a:lvl2pPr>
            <a:lvl3pPr>
              <a:defRPr sz="1500" b="1">
                <a:solidFill>
                  <a:srgbClr val="18332D"/>
                </a:solidFill>
              </a:defRPr>
            </a:lvl3pPr>
            <a:lvl4pPr>
              <a:defRPr sz="1500" b="1">
                <a:solidFill>
                  <a:srgbClr val="18332D"/>
                </a:solidFill>
              </a:defRPr>
            </a:lvl4pPr>
            <a:lvl5pPr>
              <a:defRPr sz="1500" b="1">
                <a:solidFill>
                  <a:srgbClr val="18332D"/>
                </a:solidFill>
              </a:defRPr>
            </a:lvl5pPr>
            <a:lvl6pPr>
              <a:defRPr sz="1500" b="1">
                <a:solidFill>
                  <a:srgbClr val="18332D"/>
                </a:solidFill>
              </a:defRPr>
            </a:lvl6pPr>
            <a:lvl7pPr>
              <a:defRPr sz="1500" b="1">
                <a:solidFill>
                  <a:srgbClr val="18332D"/>
                </a:solidFill>
              </a:defRPr>
            </a:lvl7pPr>
            <a:lvl8pPr>
              <a:defRPr sz="1500" b="1">
                <a:solidFill>
                  <a:srgbClr val="18332D"/>
                </a:solidFill>
              </a:defRPr>
            </a:lvl8pPr>
            <a:lvl9pPr>
              <a:defRPr sz="1500" b="1">
                <a:solidFill>
                  <a:srgbClr val="18332D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8332D"/>
                </a:solidFill>
              </a:defRPr>
            </a:pPr>
            <a:r>
              <a:rPr sz="1500" b="1">
                <a:solidFill>
                  <a:srgbClr val="18332D"/>
                </a:solidFill>
              </a:rPr>
              <a:t>F&amp;B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CF8DB-0F09-46A7-8E52-0E8604A8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52750"/>
            <a:ext cx="523875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3E9E5"/>
          </a:solidFill>
          <a:ln xmlns:a="http://schemas.openxmlformats.org/drawingml/2006/main" w="9525">
            <a:solidFill>
              <a:srgbClr val="E3E9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F1B957-575D-45A8-9398-9A04B9D1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52750"/>
            <a:ext cx="509323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F6B5F"/>
          </a:solidFill>
          <a:ln xmlns:a="http://schemas.openxmlformats.org/drawingml/2006/main" w="9525">
            <a:solidFill>
              <a:srgbClr val="2F6B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4BA886-9CE9-4466-A9A1-F73DEA76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765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8332D"/>
                </a:solidFill>
              </a:defRPr>
            </a:defPPr>
            <a:lvl1pPr>
              <a:defRPr sz="1725" b="1">
                <a:solidFill>
                  <a:srgbClr val="18332D"/>
                </a:solidFill>
              </a:defRPr>
            </a:lvl1pPr>
            <a:lvl2pPr>
              <a:defRPr sz="1725" b="1">
                <a:solidFill>
                  <a:srgbClr val="18332D"/>
                </a:solidFill>
              </a:defRPr>
            </a:lvl2pPr>
            <a:lvl3pPr>
              <a:defRPr sz="1725" b="1">
                <a:solidFill>
                  <a:srgbClr val="18332D"/>
                </a:solidFill>
              </a:defRPr>
            </a:lvl3pPr>
            <a:lvl4pPr>
              <a:defRPr sz="1725" b="1">
                <a:solidFill>
                  <a:srgbClr val="18332D"/>
                </a:solidFill>
              </a:defRPr>
            </a:lvl4pPr>
            <a:lvl5pPr>
              <a:defRPr sz="1725" b="1">
                <a:solidFill>
                  <a:srgbClr val="18332D"/>
                </a:solidFill>
              </a:defRPr>
            </a:lvl5pPr>
            <a:lvl6pPr>
              <a:defRPr sz="1725" b="1">
                <a:solidFill>
                  <a:srgbClr val="18332D"/>
                </a:solidFill>
              </a:defRPr>
            </a:lvl6pPr>
            <a:lvl7pPr>
              <a:defRPr sz="1725" b="1">
                <a:solidFill>
                  <a:srgbClr val="18332D"/>
                </a:solidFill>
              </a:defRPr>
            </a:lvl7pPr>
            <a:lvl8pPr>
              <a:defRPr sz="1725" b="1">
                <a:solidFill>
                  <a:srgbClr val="18332D"/>
                </a:solidFill>
              </a:defRPr>
            </a:lvl8pPr>
            <a:lvl9pPr>
              <a:defRPr sz="1725" b="1">
                <a:solidFill>
                  <a:srgbClr val="18332D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8332D"/>
                </a:solidFill>
              </a:defRPr>
            </a:pPr>
            <a:r>
              <a:rPr sz="1725" b="1">
                <a:solidFill>
                  <a:srgbClr val="18332D"/>
                </a:solidFill>
              </a:rPr>
              <a:t>0.21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86CF88-9145-4CED-A0D3-6B947B96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8332D"/>
                </a:solidFill>
              </a:defRPr>
            </a:defPPr>
            <a:lvl1pPr>
              <a:defRPr sz="1500" b="1">
                <a:solidFill>
                  <a:srgbClr val="18332D"/>
                </a:solidFill>
              </a:defRPr>
            </a:lvl1pPr>
            <a:lvl2pPr>
              <a:defRPr sz="1500" b="1">
                <a:solidFill>
                  <a:srgbClr val="18332D"/>
                </a:solidFill>
              </a:defRPr>
            </a:lvl2pPr>
            <a:lvl3pPr>
              <a:defRPr sz="1500" b="1">
                <a:solidFill>
                  <a:srgbClr val="18332D"/>
                </a:solidFill>
              </a:defRPr>
            </a:lvl3pPr>
            <a:lvl4pPr>
              <a:defRPr sz="1500" b="1">
                <a:solidFill>
                  <a:srgbClr val="18332D"/>
                </a:solidFill>
              </a:defRPr>
            </a:lvl4pPr>
            <a:lvl5pPr>
              <a:defRPr sz="1500" b="1">
                <a:solidFill>
                  <a:srgbClr val="18332D"/>
                </a:solidFill>
              </a:defRPr>
            </a:lvl5pPr>
            <a:lvl6pPr>
              <a:defRPr sz="1500" b="1">
                <a:solidFill>
                  <a:srgbClr val="18332D"/>
                </a:solidFill>
              </a:defRPr>
            </a:lvl6pPr>
            <a:lvl7pPr>
              <a:defRPr sz="1500" b="1">
                <a:solidFill>
                  <a:srgbClr val="18332D"/>
                </a:solidFill>
              </a:defRPr>
            </a:lvl7pPr>
            <a:lvl8pPr>
              <a:defRPr sz="1500" b="1">
                <a:solidFill>
                  <a:srgbClr val="18332D"/>
                </a:solidFill>
              </a:defRPr>
            </a:lvl8pPr>
            <a:lvl9pPr>
              <a:defRPr sz="1500" b="1">
                <a:solidFill>
                  <a:srgbClr val="18332D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8332D"/>
                </a:solidFill>
              </a:defRPr>
            </a:pPr>
            <a:r>
              <a:rPr sz="1500" b="1">
                <a:solidFill>
                  <a:srgbClr val="18332D"/>
                </a:solidFill>
              </a:rPr>
              <a:t>Marketing / PR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85AB5-35A6-416E-BD41-D15285CA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29050"/>
            <a:ext cx="523875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3E9E5"/>
          </a:solidFill>
          <a:ln xmlns:a="http://schemas.openxmlformats.org/drawingml/2006/main" w="9525">
            <a:solidFill>
              <a:srgbClr val="E3E9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9477F-AEA4-4139-A64D-191320B8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29050"/>
            <a:ext cx="3589514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18B47"/>
          </a:solidFill>
          <a:ln xmlns:a="http://schemas.openxmlformats.org/drawingml/2006/main" w="9525">
            <a:solidFill>
              <a:srgbClr val="D18B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BD9F0D-B14D-412E-ABDE-ED164E0E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528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8332D"/>
                </a:solidFill>
              </a:defRPr>
            </a:defPPr>
            <a:lvl1pPr>
              <a:defRPr sz="1725" b="1">
                <a:solidFill>
                  <a:srgbClr val="18332D"/>
                </a:solidFill>
              </a:defRPr>
            </a:lvl1pPr>
            <a:lvl2pPr>
              <a:defRPr sz="1725" b="1">
                <a:solidFill>
                  <a:srgbClr val="18332D"/>
                </a:solidFill>
              </a:defRPr>
            </a:lvl2pPr>
            <a:lvl3pPr>
              <a:defRPr sz="1725" b="1">
                <a:solidFill>
                  <a:srgbClr val="18332D"/>
                </a:solidFill>
              </a:defRPr>
            </a:lvl3pPr>
            <a:lvl4pPr>
              <a:defRPr sz="1725" b="1">
                <a:solidFill>
                  <a:srgbClr val="18332D"/>
                </a:solidFill>
              </a:defRPr>
            </a:lvl4pPr>
            <a:lvl5pPr>
              <a:defRPr sz="1725" b="1">
                <a:solidFill>
                  <a:srgbClr val="18332D"/>
                </a:solidFill>
              </a:defRPr>
            </a:lvl5pPr>
            <a:lvl6pPr>
              <a:defRPr sz="1725" b="1">
                <a:solidFill>
                  <a:srgbClr val="18332D"/>
                </a:solidFill>
              </a:defRPr>
            </a:lvl6pPr>
            <a:lvl7pPr>
              <a:defRPr sz="1725" b="1">
                <a:solidFill>
                  <a:srgbClr val="18332D"/>
                </a:solidFill>
              </a:defRPr>
            </a:lvl7pPr>
            <a:lvl8pPr>
              <a:defRPr sz="1725" b="1">
                <a:solidFill>
                  <a:srgbClr val="18332D"/>
                </a:solidFill>
              </a:defRPr>
            </a:lvl8pPr>
            <a:lvl9pPr>
              <a:defRPr sz="1725" b="1">
                <a:solidFill>
                  <a:srgbClr val="18332D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8332D"/>
                </a:solidFill>
              </a:defRPr>
            </a:pPr>
            <a:r>
              <a:rPr sz="1725" b="1">
                <a:solidFill>
                  <a:srgbClr val="18332D"/>
                </a:solidFill>
              </a:rPr>
              <a:t>1.48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B6182D-0715-4AEA-A173-222DF96D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8332D"/>
                </a:solidFill>
              </a:defRPr>
            </a:defPPr>
            <a:lvl1pPr>
              <a:defRPr sz="1500" b="1">
                <a:solidFill>
                  <a:srgbClr val="18332D"/>
                </a:solidFill>
              </a:defRPr>
            </a:lvl1pPr>
            <a:lvl2pPr>
              <a:defRPr sz="1500" b="1">
                <a:solidFill>
                  <a:srgbClr val="18332D"/>
                </a:solidFill>
              </a:defRPr>
            </a:lvl2pPr>
            <a:lvl3pPr>
              <a:defRPr sz="1500" b="1">
                <a:solidFill>
                  <a:srgbClr val="18332D"/>
                </a:solidFill>
              </a:defRPr>
            </a:lvl3pPr>
            <a:lvl4pPr>
              <a:defRPr sz="1500" b="1">
                <a:solidFill>
                  <a:srgbClr val="18332D"/>
                </a:solidFill>
              </a:defRPr>
            </a:lvl4pPr>
            <a:lvl5pPr>
              <a:defRPr sz="1500" b="1">
                <a:solidFill>
                  <a:srgbClr val="18332D"/>
                </a:solidFill>
              </a:defRPr>
            </a:lvl5pPr>
            <a:lvl6pPr>
              <a:defRPr sz="1500" b="1">
                <a:solidFill>
                  <a:srgbClr val="18332D"/>
                </a:solidFill>
              </a:defRPr>
            </a:lvl6pPr>
            <a:lvl7pPr>
              <a:defRPr sz="1500" b="1">
                <a:solidFill>
                  <a:srgbClr val="18332D"/>
                </a:solidFill>
              </a:defRPr>
            </a:lvl7pPr>
            <a:lvl8pPr>
              <a:defRPr sz="1500" b="1">
                <a:solidFill>
                  <a:srgbClr val="18332D"/>
                </a:solidFill>
              </a:defRPr>
            </a:lvl8pPr>
            <a:lvl9pPr>
              <a:defRPr sz="1500" b="1">
                <a:solidFill>
                  <a:srgbClr val="18332D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8332D"/>
                </a:solidFill>
              </a:defRPr>
            </a:pPr>
            <a:r>
              <a:rPr sz="1500" b="1">
                <a:solidFill>
                  <a:srgbClr val="18332D"/>
                </a:solidFill>
              </a:rPr>
              <a:t>Risk Management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554AB-57DA-4CC0-B6EA-31FB0EE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05350"/>
            <a:ext cx="523875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3E9E5"/>
          </a:solidFill>
          <a:ln xmlns:a="http://schemas.openxmlformats.org/drawingml/2006/main" w="9525">
            <a:solidFill>
              <a:srgbClr val="E3E9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085F22-8A19-434F-998E-97066095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05350"/>
            <a:ext cx="523875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18B47"/>
          </a:solidFill>
          <a:ln xmlns:a="http://schemas.openxmlformats.org/drawingml/2006/main" w="9525">
            <a:solidFill>
              <a:srgbClr val="D18B4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F17842-7AA1-4006-AAEE-8F3A7FD7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291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8332D"/>
                </a:solidFill>
              </a:defRPr>
            </a:defPPr>
            <a:lvl1pPr>
              <a:defRPr sz="1725" b="1">
                <a:solidFill>
                  <a:srgbClr val="18332D"/>
                </a:solidFill>
              </a:defRPr>
            </a:lvl1pPr>
            <a:lvl2pPr>
              <a:defRPr sz="1725" b="1">
                <a:solidFill>
                  <a:srgbClr val="18332D"/>
                </a:solidFill>
              </a:defRPr>
            </a:lvl2pPr>
            <a:lvl3pPr>
              <a:defRPr sz="1725" b="1">
                <a:solidFill>
                  <a:srgbClr val="18332D"/>
                </a:solidFill>
              </a:defRPr>
            </a:lvl3pPr>
            <a:lvl4pPr>
              <a:defRPr sz="1725" b="1">
                <a:solidFill>
                  <a:srgbClr val="18332D"/>
                </a:solidFill>
              </a:defRPr>
            </a:lvl4pPr>
            <a:lvl5pPr>
              <a:defRPr sz="1725" b="1">
                <a:solidFill>
                  <a:srgbClr val="18332D"/>
                </a:solidFill>
              </a:defRPr>
            </a:lvl5pPr>
            <a:lvl6pPr>
              <a:defRPr sz="1725" b="1">
                <a:solidFill>
                  <a:srgbClr val="18332D"/>
                </a:solidFill>
              </a:defRPr>
            </a:lvl6pPr>
            <a:lvl7pPr>
              <a:defRPr sz="1725" b="1">
                <a:solidFill>
                  <a:srgbClr val="18332D"/>
                </a:solidFill>
              </a:defRPr>
            </a:lvl7pPr>
            <a:lvl8pPr>
              <a:defRPr sz="1725" b="1">
                <a:solidFill>
                  <a:srgbClr val="18332D"/>
                </a:solidFill>
              </a:defRPr>
            </a:lvl8pPr>
            <a:lvl9pPr>
              <a:defRPr sz="1725" b="1">
                <a:solidFill>
                  <a:srgbClr val="18332D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8332D"/>
                </a:solidFill>
              </a:defRPr>
            </a:pPr>
            <a:r>
              <a:rPr sz="1725" b="1">
                <a:solidFill>
                  <a:srgbClr val="18332D"/>
                </a:solidFill>
              </a:rPr>
              <a:t>2.16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A575F7-8914-441D-BE46-E34C1DCE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1716B"/>
                </a:solidFill>
              </a:defRPr>
            </a:defPPr>
            <a:lvl1pPr>
              <a:defRPr sz="1275" b="0">
                <a:solidFill>
                  <a:srgbClr val="61716B"/>
                </a:solidFill>
              </a:defRPr>
            </a:lvl1pPr>
            <a:lvl2pPr>
              <a:defRPr sz="1275" b="0">
                <a:solidFill>
                  <a:srgbClr val="61716B"/>
                </a:solidFill>
              </a:defRPr>
            </a:lvl2pPr>
            <a:lvl3pPr>
              <a:defRPr sz="1275" b="0">
                <a:solidFill>
                  <a:srgbClr val="61716B"/>
                </a:solidFill>
              </a:defRPr>
            </a:lvl3pPr>
            <a:lvl4pPr>
              <a:defRPr sz="1275" b="0">
                <a:solidFill>
                  <a:srgbClr val="61716B"/>
                </a:solidFill>
              </a:defRPr>
            </a:lvl4pPr>
            <a:lvl5pPr>
              <a:defRPr sz="1275" b="0">
                <a:solidFill>
                  <a:srgbClr val="61716B"/>
                </a:solidFill>
              </a:defRPr>
            </a:lvl5pPr>
            <a:lvl6pPr>
              <a:defRPr sz="1275" b="0">
                <a:solidFill>
                  <a:srgbClr val="61716B"/>
                </a:solidFill>
              </a:defRPr>
            </a:lvl6pPr>
            <a:lvl7pPr>
              <a:defRPr sz="1275" b="0">
                <a:solidFill>
                  <a:srgbClr val="61716B"/>
                </a:solidFill>
              </a:defRPr>
            </a:lvl7pPr>
            <a:lvl8pPr>
              <a:defRPr sz="1275" b="0">
                <a:solidFill>
                  <a:srgbClr val="61716B"/>
                </a:solidFill>
              </a:defRPr>
            </a:lvl8pPr>
            <a:lvl9pPr>
              <a:defRPr sz="1275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6B"/>
                </a:solidFill>
              </a:defRPr>
            </a:pPr>
            <a:r>
              <a:rPr sz="1275" b="0">
                <a:solidFill>
                  <a:srgbClr val="61716B"/>
                </a:solidFill>
              </a:rPr>
              <a:t>Total applications ÷ total vacancies. A rough indicator from advert records.</a:t>
            </a:r>
          </a:p>
        </p:txBody>
      </p:sp>
    </p:spTree>
    <p:extLst>
      <p:ext uri="{BB962C8B-B14F-4D97-AF65-F5344CB8AC3E}">
        <p14:creationId xmlns:p14="http://schemas.microsoft.com/office/powerpoint/2010/main" val="517657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4B7136-F0C2-4171-8C5C-F5B1A9F5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F6B5F"/>
                </a:solidFill>
              </a:defRPr>
            </a:defPPr>
            <a:lvl1pPr>
              <a:defRPr sz="1050" b="1">
                <a:solidFill>
                  <a:srgbClr val="2F6B5F"/>
                </a:solidFill>
              </a:defRPr>
            </a:lvl1pPr>
            <a:lvl2pPr>
              <a:defRPr sz="1050" b="1">
                <a:solidFill>
                  <a:srgbClr val="2F6B5F"/>
                </a:solidFill>
              </a:defRPr>
            </a:lvl2pPr>
            <a:lvl3pPr>
              <a:defRPr sz="1050" b="1">
                <a:solidFill>
                  <a:srgbClr val="2F6B5F"/>
                </a:solidFill>
              </a:defRPr>
            </a:lvl3pPr>
            <a:lvl4pPr>
              <a:defRPr sz="1050" b="1">
                <a:solidFill>
                  <a:srgbClr val="2F6B5F"/>
                </a:solidFill>
              </a:defRPr>
            </a:lvl4pPr>
            <a:lvl5pPr>
              <a:defRPr sz="1050" b="1">
                <a:solidFill>
                  <a:srgbClr val="2F6B5F"/>
                </a:solidFill>
              </a:defRPr>
            </a:lvl5pPr>
            <a:lvl6pPr>
              <a:defRPr sz="1050" b="1">
                <a:solidFill>
                  <a:srgbClr val="2F6B5F"/>
                </a:solidFill>
              </a:defRPr>
            </a:lvl6pPr>
            <a:lvl7pPr>
              <a:defRPr sz="1050" b="1">
                <a:solidFill>
                  <a:srgbClr val="2F6B5F"/>
                </a:solidFill>
              </a:defRPr>
            </a:lvl7pPr>
            <a:lvl8pPr>
              <a:defRPr sz="1050" b="1">
                <a:solidFill>
                  <a:srgbClr val="2F6B5F"/>
                </a:solidFill>
              </a:defRPr>
            </a:lvl8pPr>
            <a:lvl9pPr>
              <a:defRPr sz="1050" b="1">
                <a:solidFill>
                  <a:srgbClr val="2F6B5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F6B5F"/>
                </a:solidFill>
              </a:defRPr>
            </a:pPr>
            <a:r>
              <a:rPr sz="1050" b="1">
                <a:solidFill>
                  <a:srgbClr val="2F6B5F"/>
                </a:solidFill>
              </a:rPr>
              <a:t>THE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A6A72-2F6B-4D72-B2DA-CA5AFF3A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8332D"/>
                </a:solidFill>
              </a:defRPr>
            </a:defPPr>
            <a:lvl1pPr>
              <a:defRPr sz="2700" b="1">
                <a:solidFill>
                  <a:srgbClr val="18332D"/>
                </a:solidFill>
              </a:defRPr>
            </a:lvl1pPr>
            <a:lvl2pPr>
              <a:defRPr sz="2700" b="1">
                <a:solidFill>
                  <a:srgbClr val="18332D"/>
                </a:solidFill>
              </a:defRPr>
            </a:lvl2pPr>
            <a:lvl3pPr>
              <a:defRPr sz="2700" b="1">
                <a:solidFill>
                  <a:srgbClr val="18332D"/>
                </a:solidFill>
              </a:defRPr>
            </a:lvl3pPr>
            <a:lvl4pPr>
              <a:defRPr sz="2700" b="1">
                <a:solidFill>
                  <a:srgbClr val="18332D"/>
                </a:solidFill>
              </a:defRPr>
            </a:lvl4pPr>
            <a:lvl5pPr>
              <a:defRPr sz="2700" b="1">
                <a:solidFill>
                  <a:srgbClr val="18332D"/>
                </a:solidFill>
              </a:defRPr>
            </a:lvl5pPr>
            <a:lvl6pPr>
              <a:defRPr sz="2700" b="1">
                <a:solidFill>
                  <a:srgbClr val="18332D"/>
                </a:solidFill>
              </a:defRPr>
            </a:lvl6pPr>
            <a:lvl7pPr>
              <a:defRPr sz="2700" b="1">
                <a:solidFill>
                  <a:srgbClr val="18332D"/>
                </a:solidFill>
              </a:defRPr>
            </a:lvl7pPr>
            <a:lvl8pPr>
              <a:defRPr sz="2700" b="1">
                <a:solidFill>
                  <a:srgbClr val="18332D"/>
                </a:solidFill>
              </a:defRPr>
            </a:lvl8pPr>
            <a:lvl9pPr>
              <a:defRPr sz="2700" b="1">
                <a:solidFill>
                  <a:srgbClr val="18332D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8332D"/>
                </a:solidFill>
              </a:defRPr>
            </a:pPr>
            <a:r>
              <a:rPr sz="2700" b="1">
                <a:solidFill>
                  <a:srgbClr val="18332D"/>
                </a:solidFill>
              </a:rPr>
              <a:t>Seven views turn the file into an exploration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5D605-D4C0-4BEF-B8EF-00750764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1716B"/>
                </a:solidFill>
              </a:defRPr>
            </a:defPPr>
            <a:lvl1pPr>
              <a:defRPr sz="900" b="0">
                <a:solidFill>
                  <a:srgbClr val="61716B"/>
                </a:solidFill>
              </a:defRPr>
            </a:lvl1pPr>
            <a:lvl2pPr>
              <a:defRPr sz="900" b="0">
                <a:solidFill>
                  <a:srgbClr val="61716B"/>
                </a:solidFill>
              </a:defRPr>
            </a:lvl2pPr>
            <a:lvl3pPr>
              <a:defRPr sz="900" b="0">
                <a:solidFill>
                  <a:srgbClr val="61716B"/>
                </a:solidFill>
              </a:defRPr>
            </a:lvl3pPr>
            <a:lvl4pPr>
              <a:defRPr sz="900" b="0">
                <a:solidFill>
                  <a:srgbClr val="61716B"/>
                </a:solidFill>
              </a:defRPr>
            </a:lvl4pPr>
            <a:lvl5pPr>
              <a:defRPr sz="900" b="0">
                <a:solidFill>
                  <a:srgbClr val="61716B"/>
                </a:solidFill>
              </a:defRPr>
            </a:lvl5pPr>
            <a:lvl6pPr>
              <a:defRPr sz="900" b="0">
                <a:solidFill>
                  <a:srgbClr val="61716B"/>
                </a:solidFill>
              </a:defRPr>
            </a:lvl6pPr>
            <a:lvl7pPr>
              <a:defRPr sz="900" b="0">
                <a:solidFill>
                  <a:srgbClr val="61716B"/>
                </a:solidFill>
              </a:defRPr>
            </a:lvl7pPr>
            <a:lvl8pPr>
              <a:defRPr sz="900" b="0">
                <a:solidFill>
                  <a:srgbClr val="61716B"/>
                </a:solidFill>
              </a:defRPr>
            </a:lvl8pPr>
            <a:lvl9pPr>
              <a:defRPr sz="900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1716B"/>
                </a:solidFill>
              </a:defRPr>
            </a:pPr>
            <a:r>
              <a:rPr sz="900" b="0">
                <a:solidFill>
                  <a:srgbClr val="61716B"/>
                </a:solidFill>
              </a:rPr>
              <a:t>SINGAPORE JOBS EXPLORER ·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168D6-EE91-4459-A9AE-15E655D5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476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8DD23-F6AB-488B-A1A2-648EB45F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F6B5F"/>
                </a:solidFill>
              </a:defRPr>
            </a:defPPr>
            <a:lvl1pPr>
              <a:defRPr sz="1425" b="1">
                <a:solidFill>
                  <a:srgbClr val="2F6B5F"/>
                </a:solidFill>
              </a:defRPr>
            </a:lvl1pPr>
            <a:lvl2pPr>
              <a:defRPr sz="1425" b="1">
                <a:solidFill>
                  <a:srgbClr val="2F6B5F"/>
                </a:solidFill>
              </a:defRPr>
            </a:lvl2pPr>
            <a:lvl3pPr>
              <a:defRPr sz="1425" b="1">
                <a:solidFill>
                  <a:srgbClr val="2F6B5F"/>
                </a:solidFill>
              </a:defRPr>
            </a:lvl3pPr>
            <a:lvl4pPr>
              <a:defRPr sz="1425" b="1">
                <a:solidFill>
                  <a:srgbClr val="2F6B5F"/>
                </a:solidFill>
              </a:defRPr>
            </a:lvl4pPr>
            <a:lvl5pPr>
              <a:defRPr sz="1425" b="1">
                <a:solidFill>
                  <a:srgbClr val="2F6B5F"/>
                </a:solidFill>
              </a:defRPr>
            </a:lvl5pPr>
            <a:lvl6pPr>
              <a:defRPr sz="1425" b="1">
                <a:solidFill>
                  <a:srgbClr val="2F6B5F"/>
                </a:solidFill>
              </a:defRPr>
            </a:lvl6pPr>
            <a:lvl7pPr>
              <a:defRPr sz="1425" b="1">
                <a:solidFill>
                  <a:srgbClr val="2F6B5F"/>
                </a:solidFill>
              </a:defRPr>
            </a:lvl7pPr>
            <a:lvl8pPr>
              <a:defRPr sz="1425" b="1">
                <a:solidFill>
                  <a:srgbClr val="2F6B5F"/>
                </a:solidFill>
              </a:defRPr>
            </a:lvl8pPr>
            <a:lvl9pPr>
              <a:defRPr sz="1425" b="1">
                <a:solidFill>
                  <a:srgbClr val="2F6B5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5F"/>
                </a:solidFill>
              </a:defRPr>
            </a:pPr>
            <a:r>
              <a:rPr sz="1425" b="1">
                <a:solidFill>
                  <a:srgbClr val="2F6B5F"/>
                </a:solidFill>
              </a:rPr>
              <a:t>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745FC-C171-4CC0-8604-23A517F5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21526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1716B"/>
                </a:solidFill>
              </a:defRPr>
            </a:defPPr>
            <a:lvl1pPr>
              <a:defRPr sz="1200" b="0">
                <a:solidFill>
                  <a:srgbClr val="61716B"/>
                </a:solidFill>
              </a:defRPr>
            </a:lvl1pPr>
            <a:lvl2pPr>
              <a:defRPr sz="1200" b="0">
                <a:solidFill>
                  <a:srgbClr val="61716B"/>
                </a:solidFill>
              </a:defRPr>
            </a:lvl2pPr>
            <a:lvl3pPr>
              <a:defRPr sz="1200" b="0">
                <a:solidFill>
                  <a:srgbClr val="61716B"/>
                </a:solidFill>
              </a:defRPr>
            </a:lvl3pPr>
            <a:lvl4pPr>
              <a:defRPr sz="1200" b="0">
                <a:solidFill>
                  <a:srgbClr val="61716B"/>
                </a:solidFill>
              </a:defRPr>
            </a:lvl4pPr>
            <a:lvl5pPr>
              <a:defRPr sz="1200" b="0">
                <a:solidFill>
                  <a:srgbClr val="61716B"/>
                </a:solidFill>
              </a:defRPr>
            </a:lvl5pPr>
            <a:lvl6pPr>
              <a:defRPr sz="1200" b="0">
                <a:solidFill>
                  <a:srgbClr val="61716B"/>
                </a:solidFill>
              </a:defRPr>
            </a:lvl6pPr>
            <a:lvl7pPr>
              <a:defRPr sz="1200" b="0">
                <a:solidFill>
                  <a:srgbClr val="61716B"/>
                </a:solidFill>
              </a:defRPr>
            </a:lvl7pPr>
            <a:lvl8pPr>
              <a:defRPr sz="1200" b="0">
                <a:solidFill>
                  <a:srgbClr val="61716B"/>
                </a:solidFill>
              </a:defRPr>
            </a:lvl8pPr>
            <a:lvl9pPr>
              <a:defRPr sz="1200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716B"/>
                </a:solidFill>
              </a:defRPr>
            </a:pPr>
            <a:r>
              <a:rPr sz="1200" b="0">
                <a:solidFill>
                  <a:srgbClr val="61716B"/>
                </a:solidFill>
              </a:rPr>
              <a:t>Volume and common titles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2A2C4-5036-4B10-807E-FBC150D8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2476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9246F-2675-4005-B9B5-985B7B0F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43125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F6B5F"/>
                </a:solidFill>
              </a:defRPr>
            </a:defPPr>
            <a:lvl1pPr>
              <a:defRPr sz="1425" b="1">
                <a:solidFill>
                  <a:srgbClr val="2F6B5F"/>
                </a:solidFill>
              </a:defRPr>
            </a:lvl1pPr>
            <a:lvl2pPr>
              <a:defRPr sz="1425" b="1">
                <a:solidFill>
                  <a:srgbClr val="2F6B5F"/>
                </a:solidFill>
              </a:defRPr>
            </a:lvl2pPr>
            <a:lvl3pPr>
              <a:defRPr sz="1425" b="1">
                <a:solidFill>
                  <a:srgbClr val="2F6B5F"/>
                </a:solidFill>
              </a:defRPr>
            </a:lvl3pPr>
            <a:lvl4pPr>
              <a:defRPr sz="1425" b="1">
                <a:solidFill>
                  <a:srgbClr val="2F6B5F"/>
                </a:solidFill>
              </a:defRPr>
            </a:lvl4pPr>
            <a:lvl5pPr>
              <a:defRPr sz="1425" b="1">
                <a:solidFill>
                  <a:srgbClr val="2F6B5F"/>
                </a:solidFill>
              </a:defRPr>
            </a:lvl5pPr>
            <a:lvl6pPr>
              <a:defRPr sz="1425" b="1">
                <a:solidFill>
                  <a:srgbClr val="2F6B5F"/>
                </a:solidFill>
              </a:defRPr>
            </a:lvl6pPr>
            <a:lvl7pPr>
              <a:defRPr sz="1425" b="1">
                <a:solidFill>
                  <a:srgbClr val="2F6B5F"/>
                </a:solidFill>
              </a:defRPr>
            </a:lvl7pPr>
            <a:lvl8pPr>
              <a:defRPr sz="1425" b="1">
                <a:solidFill>
                  <a:srgbClr val="2F6B5F"/>
                </a:solidFill>
              </a:defRPr>
            </a:lvl8pPr>
            <a:lvl9pPr>
              <a:defRPr sz="1425" b="1">
                <a:solidFill>
                  <a:srgbClr val="2F6B5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5F"/>
                </a:solidFill>
              </a:defRPr>
            </a:pPr>
            <a:r>
              <a:rPr sz="1425" b="1">
                <a:solidFill>
                  <a:srgbClr val="2F6B5F"/>
                </a:solidFill>
              </a:rPr>
              <a:t>Salary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A534B-2138-4316-B59F-67830540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24125"/>
            <a:ext cx="21526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1716B"/>
                </a:solidFill>
              </a:defRPr>
            </a:defPPr>
            <a:lvl1pPr>
              <a:defRPr sz="1200" b="0">
                <a:solidFill>
                  <a:srgbClr val="61716B"/>
                </a:solidFill>
              </a:defRPr>
            </a:lvl1pPr>
            <a:lvl2pPr>
              <a:defRPr sz="1200" b="0">
                <a:solidFill>
                  <a:srgbClr val="61716B"/>
                </a:solidFill>
              </a:defRPr>
            </a:lvl2pPr>
            <a:lvl3pPr>
              <a:defRPr sz="1200" b="0">
                <a:solidFill>
                  <a:srgbClr val="61716B"/>
                </a:solidFill>
              </a:defRPr>
            </a:lvl3pPr>
            <a:lvl4pPr>
              <a:defRPr sz="1200" b="0">
                <a:solidFill>
                  <a:srgbClr val="61716B"/>
                </a:solidFill>
              </a:defRPr>
            </a:lvl4pPr>
            <a:lvl5pPr>
              <a:defRPr sz="1200" b="0">
                <a:solidFill>
                  <a:srgbClr val="61716B"/>
                </a:solidFill>
              </a:defRPr>
            </a:lvl5pPr>
            <a:lvl6pPr>
              <a:defRPr sz="1200" b="0">
                <a:solidFill>
                  <a:srgbClr val="61716B"/>
                </a:solidFill>
              </a:defRPr>
            </a:lvl6pPr>
            <a:lvl7pPr>
              <a:defRPr sz="1200" b="0">
                <a:solidFill>
                  <a:srgbClr val="61716B"/>
                </a:solidFill>
              </a:defRPr>
            </a:lvl7pPr>
            <a:lvl8pPr>
              <a:defRPr sz="1200" b="0">
                <a:solidFill>
                  <a:srgbClr val="61716B"/>
                </a:solidFill>
              </a:defRPr>
            </a:lvl8pPr>
            <a:lvl9pPr>
              <a:defRPr sz="1200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716B"/>
                </a:solidFill>
              </a:defRPr>
            </a:pPr>
            <a:r>
              <a:rPr sz="1200" b="0">
                <a:solidFill>
                  <a:srgbClr val="61716B"/>
                </a:solidFill>
              </a:rPr>
              <a:t>Median listed pay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BFF7B-F8E6-4127-A5C5-AFE44A7A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00250"/>
            <a:ext cx="2476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AF75AD-A065-4233-BE9B-C039ADF6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43125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F6B5F"/>
                </a:solidFill>
              </a:defRPr>
            </a:defPPr>
            <a:lvl1pPr>
              <a:defRPr sz="1425" b="1">
                <a:solidFill>
                  <a:srgbClr val="2F6B5F"/>
                </a:solidFill>
              </a:defRPr>
            </a:lvl1pPr>
            <a:lvl2pPr>
              <a:defRPr sz="1425" b="1">
                <a:solidFill>
                  <a:srgbClr val="2F6B5F"/>
                </a:solidFill>
              </a:defRPr>
            </a:lvl2pPr>
            <a:lvl3pPr>
              <a:defRPr sz="1425" b="1">
                <a:solidFill>
                  <a:srgbClr val="2F6B5F"/>
                </a:solidFill>
              </a:defRPr>
            </a:lvl3pPr>
            <a:lvl4pPr>
              <a:defRPr sz="1425" b="1">
                <a:solidFill>
                  <a:srgbClr val="2F6B5F"/>
                </a:solidFill>
              </a:defRPr>
            </a:lvl4pPr>
            <a:lvl5pPr>
              <a:defRPr sz="1425" b="1">
                <a:solidFill>
                  <a:srgbClr val="2F6B5F"/>
                </a:solidFill>
              </a:defRPr>
            </a:lvl5pPr>
            <a:lvl6pPr>
              <a:defRPr sz="1425" b="1">
                <a:solidFill>
                  <a:srgbClr val="2F6B5F"/>
                </a:solidFill>
              </a:defRPr>
            </a:lvl6pPr>
            <a:lvl7pPr>
              <a:defRPr sz="1425" b="1">
                <a:solidFill>
                  <a:srgbClr val="2F6B5F"/>
                </a:solidFill>
              </a:defRPr>
            </a:lvl7pPr>
            <a:lvl8pPr>
              <a:defRPr sz="1425" b="1">
                <a:solidFill>
                  <a:srgbClr val="2F6B5F"/>
                </a:solidFill>
              </a:defRPr>
            </a:lvl8pPr>
            <a:lvl9pPr>
              <a:defRPr sz="1425" b="1">
                <a:solidFill>
                  <a:srgbClr val="2F6B5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5F"/>
                </a:solidFill>
              </a:defRPr>
            </a:pPr>
            <a:r>
              <a:rPr sz="1425" b="1">
                <a:solidFill>
                  <a:srgbClr val="2F6B5F"/>
                </a:solidFill>
              </a:rPr>
              <a:t>Trends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9E6F2-F8D7-4FFA-B59B-E97CA076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24125"/>
            <a:ext cx="21526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1716B"/>
                </a:solidFill>
              </a:defRPr>
            </a:defPPr>
            <a:lvl1pPr>
              <a:defRPr sz="1200" b="0">
                <a:solidFill>
                  <a:srgbClr val="61716B"/>
                </a:solidFill>
              </a:defRPr>
            </a:lvl1pPr>
            <a:lvl2pPr>
              <a:defRPr sz="1200" b="0">
                <a:solidFill>
                  <a:srgbClr val="61716B"/>
                </a:solidFill>
              </a:defRPr>
            </a:lvl2pPr>
            <a:lvl3pPr>
              <a:defRPr sz="1200" b="0">
                <a:solidFill>
                  <a:srgbClr val="61716B"/>
                </a:solidFill>
              </a:defRPr>
            </a:lvl3pPr>
            <a:lvl4pPr>
              <a:defRPr sz="1200" b="0">
                <a:solidFill>
                  <a:srgbClr val="61716B"/>
                </a:solidFill>
              </a:defRPr>
            </a:lvl4pPr>
            <a:lvl5pPr>
              <a:defRPr sz="1200" b="0">
                <a:solidFill>
                  <a:srgbClr val="61716B"/>
                </a:solidFill>
              </a:defRPr>
            </a:lvl5pPr>
            <a:lvl6pPr>
              <a:defRPr sz="1200" b="0">
                <a:solidFill>
                  <a:srgbClr val="61716B"/>
                </a:solidFill>
              </a:defRPr>
            </a:lvl6pPr>
            <a:lvl7pPr>
              <a:defRPr sz="1200" b="0">
                <a:solidFill>
                  <a:srgbClr val="61716B"/>
                </a:solidFill>
              </a:defRPr>
            </a:lvl7pPr>
            <a:lvl8pPr>
              <a:defRPr sz="1200" b="0">
                <a:solidFill>
                  <a:srgbClr val="61716B"/>
                </a:solidFill>
              </a:defRPr>
            </a:lvl8pPr>
            <a:lvl9pPr>
              <a:defRPr sz="1200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716B"/>
                </a:solidFill>
              </a:defRPr>
            </a:pPr>
            <a:r>
              <a:rPr sz="1200" b="0">
                <a:solidFill>
                  <a:srgbClr val="61716B"/>
                </a:solidFill>
              </a:rPr>
              <a:t>Monthly advert counts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24B0DB-A0DE-4473-9B94-3F2CDDD9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476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CEBE4"/>
          </a:solidFill>
          <a:ln xmlns:a="http://schemas.openxmlformats.org/drawingml/2006/main" w="9525">
            <a:solidFill>
              <a:srgbClr val="DCEB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9F5955-FD59-45B8-822B-7B03CC66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F6B5F"/>
                </a:solidFill>
              </a:defRPr>
            </a:defPPr>
            <a:lvl1pPr>
              <a:defRPr sz="1425" b="1">
                <a:solidFill>
                  <a:srgbClr val="2F6B5F"/>
                </a:solidFill>
              </a:defRPr>
            </a:lvl1pPr>
            <a:lvl2pPr>
              <a:defRPr sz="1425" b="1">
                <a:solidFill>
                  <a:srgbClr val="2F6B5F"/>
                </a:solidFill>
              </a:defRPr>
            </a:lvl2pPr>
            <a:lvl3pPr>
              <a:defRPr sz="1425" b="1">
                <a:solidFill>
                  <a:srgbClr val="2F6B5F"/>
                </a:solidFill>
              </a:defRPr>
            </a:lvl3pPr>
            <a:lvl4pPr>
              <a:defRPr sz="1425" b="1">
                <a:solidFill>
                  <a:srgbClr val="2F6B5F"/>
                </a:solidFill>
              </a:defRPr>
            </a:lvl4pPr>
            <a:lvl5pPr>
              <a:defRPr sz="1425" b="1">
                <a:solidFill>
                  <a:srgbClr val="2F6B5F"/>
                </a:solidFill>
              </a:defRPr>
            </a:lvl5pPr>
            <a:lvl6pPr>
              <a:defRPr sz="1425" b="1">
                <a:solidFill>
                  <a:srgbClr val="2F6B5F"/>
                </a:solidFill>
              </a:defRPr>
            </a:lvl6pPr>
            <a:lvl7pPr>
              <a:defRPr sz="1425" b="1">
                <a:solidFill>
                  <a:srgbClr val="2F6B5F"/>
                </a:solidFill>
              </a:defRPr>
            </a:lvl7pPr>
            <a:lvl8pPr>
              <a:defRPr sz="1425" b="1">
                <a:solidFill>
                  <a:srgbClr val="2F6B5F"/>
                </a:solidFill>
              </a:defRPr>
            </a:lvl8pPr>
            <a:lvl9pPr>
              <a:defRPr sz="1425" b="1">
                <a:solidFill>
                  <a:srgbClr val="2F6B5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5F"/>
                </a:solidFill>
              </a:defRPr>
            </a:pPr>
            <a:r>
              <a:rPr sz="1425" b="1">
                <a:solidFill>
                  <a:srgbClr val="2F6B5F"/>
                </a:solidFill>
              </a:rPr>
              <a:t>Demand vs competition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8C04BE-27C4-411D-A42F-66C093E1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24125"/>
            <a:ext cx="21526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1716B"/>
                </a:solidFill>
              </a:defRPr>
            </a:defPPr>
            <a:lvl1pPr>
              <a:defRPr sz="1200" b="0">
                <a:solidFill>
                  <a:srgbClr val="61716B"/>
                </a:solidFill>
              </a:defRPr>
            </a:lvl1pPr>
            <a:lvl2pPr>
              <a:defRPr sz="1200" b="0">
                <a:solidFill>
                  <a:srgbClr val="61716B"/>
                </a:solidFill>
              </a:defRPr>
            </a:lvl2pPr>
            <a:lvl3pPr>
              <a:defRPr sz="1200" b="0">
                <a:solidFill>
                  <a:srgbClr val="61716B"/>
                </a:solidFill>
              </a:defRPr>
            </a:lvl3pPr>
            <a:lvl4pPr>
              <a:defRPr sz="1200" b="0">
                <a:solidFill>
                  <a:srgbClr val="61716B"/>
                </a:solidFill>
              </a:defRPr>
            </a:lvl4pPr>
            <a:lvl5pPr>
              <a:defRPr sz="1200" b="0">
                <a:solidFill>
                  <a:srgbClr val="61716B"/>
                </a:solidFill>
              </a:defRPr>
            </a:lvl5pPr>
            <a:lvl6pPr>
              <a:defRPr sz="1200" b="0">
                <a:solidFill>
                  <a:srgbClr val="61716B"/>
                </a:solidFill>
              </a:defRPr>
            </a:lvl6pPr>
            <a:lvl7pPr>
              <a:defRPr sz="1200" b="0">
                <a:solidFill>
                  <a:srgbClr val="61716B"/>
                </a:solidFill>
              </a:defRPr>
            </a:lvl7pPr>
            <a:lvl8pPr>
              <a:defRPr sz="1200" b="0">
                <a:solidFill>
                  <a:srgbClr val="61716B"/>
                </a:solidFill>
              </a:defRPr>
            </a:lvl8pPr>
            <a:lvl9pPr>
              <a:defRPr sz="1200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716B"/>
                </a:solidFill>
              </a:defRPr>
            </a:pPr>
            <a:r>
              <a:rPr sz="1200" b="0">
                <a:solidFill>
                  <a:srgbClr val="61716B"/>
                </a:solidFill>
              </a:rPr>
              <a:t>Volume and applications per vacancy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88543C-E373-42BC-BEC1-1C25D3C6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476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FE3C4-BCE9-4273-BFED-C012DD28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81425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F6B5F"/>
                </a:solidFill>
              </a:defRPr>
            </a:defPPr>
            <a:lvl1pPr>
              <a:defRPr sz="1425" b="1">
                <a:solidFill>
                  <a:srgbClr val="2F6B5F"/>
                </a:solidFill>
              </a:defRPr>
            </a:lvl1pPr>
            <a:lvl2pPr>
              <a:defRPr sz="1425" b="1">
                <a:solidFill>
                  <a:srgbClr val="2F6B5F"/>
                </a:solidFill>
              </a:defRPr>
            </a:lvl2pPr>
            <a:lvl3pPr>
              <a:defRPr sz="1425" b="1">
                <a:solidFill>
                  <a:srgbClr val="2F6B5F"/>
                </a:solidFill>
              </a:defRPr>
            </a:lvl3pPr>
            <a:lvl4pPr>
              <a:defRPr sz="1425" b="1">
                <a:solidFill>
                  <a:srgbClr val="2F6B5F"/>
                </a:solidFill>
              </a:defRPr>
            </a:lvl4pPr>
            <a:lvl5pPr>
              <a:defRPr sz="1425" b="1">
                <a:solidFill>
                  <a:srgbClr val="2F6B5F"/>
                </a:solidFill>
              </a:defRPr>
            </a:lvl5pPr>
            <a:lvl6pPr>
              <a:defRPr sz="1425" b="1">
                <a:solidFill>
                  <a:srgbClr val="2F6B5F"/>
                </a:solidFill>
              </a:defRPr>
            </a:lvl6pPr>
            <a:lvl7pPr>
              <a:defRPr sz="1425" b="1">
                <a:solidFill>
                  <a:srgbClr val="2F6B5F"/>
                </a:solidFill>
              </a:defRPr>
            </a:lvl7pPr>
            <a:lvl8pPr>
              <a:defRPr sz="1425" b="1">
                <a:solidFill>
                  <a:srgbClr val="2F6B5F"/>
                </a:solidFill>
              </a:defRPr>
            </a:lvl8pPr>
            <a:lvl9pPr>
              <a:defRPr sz="1425" b="1">
                <a:solidFill>
                  <a:srgbClr val="2F6B5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5F"/>
                </a:solidFill>
              </a:defRPr>
            </a:pPr>
            <a:r>
              <a:rPr sz="1425" b="1">
                <a:solidFill>
                  <a:srgbClr val="2F6B5F"/>
                </a:solidFill>
              </a:rPr>
              <a:t>Skills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0C8AF-E104-4864-83F1-DCE1619C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2425"/>
            <a:ext cx="21526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1716B"/>
                </a:solidFill>
              </a:defRPr>
            </a:defPPr>
            <a:lvl1pPr>
              <a:defRPr sz="1200" b="0">
                <a:solidFill>
                  <a:srgbClr val="61716B"/>
                </a:solidFill>
              </a:defRPr>
            </a:lvl1pPr>
            <a:lvl2pPr>
              <a:defRPr sz="1200" b="0">
                <a:solidFill>
                  <a:srgbClr val="61716B"/>
                </a:solidFill>
              </a:defRPr>
            </a:lvl2pPr>
            <a:lvl3pPr>
              <a:defRPr sz="1200" b="0">
                <a:solidFill>
                  <a:srgbClr val="61716B"/>
                </a:solidFill>
              </a:defRPr>
            </a:lvl3pPr>
            <a:lvl4pPr>
              <a:defRPr sz="1200" b="0">
                <a:solidFill>
                  <a:srgbClr val="61716B"/>
                </a:solidFill>
              </a:defRPr>
            </a:lvl4pPr>
            <a:lvl5pPr>
              <a:defRPr sz="1200" b="0">
                <a:solidFill>
                  <a:srgbClr val="61716B"/>
                </a:solidFill>
              </a:defRPr>
            </a:lvl5pPr>
            <a:lvl6pPr>
              <a:defRPr sz="1200" b="0">
                <a:solidFill>
                  <a:srgbClr val="61716B"/>
                </a:solidFill>
              </a:defRPr>
            </a:lvl6pPr>
            <a:lvl7pPr>
              <a:defRPr sz="1200" b="0">
                <a:solidFill>
                  <a:srgbClr val="61716B"/>
                </a:solidFill>
              </a:defRPr>
            </a:lvl7pPr>
            <a:lvl8pPr>
              <a:defRPr sz="1200" b="0">
                <a:solidFill>
                  <a:srgbClr val="61716B"/>
                </a:solidFill>
              </a:defRPr>
            </a:lvl8pPr>
            <a:lvl9pPr>
              <a:defRPr sz="1200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716B"/>
                </a:solidFill>
              </a:defRPr>
            </a:pPr>
            <a:r>
              <a:rPr sz="1200" b="0">
                <a:solidFill>
                  <a:srgbClr val="61716B"/>
                </a:solidFill>
              </a:rPr>
              <a:t>Pay patterns in title keywords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BA5F41-06A6-403D-A4B8-560386A5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38550"/>
            <a:ext cx="2476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2EA87D-4423-4C0B-B892-2AAAB5ED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81425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F6B5F"/>
                </a:solidFill>
              </a:defRPr>
            </a:defPPr>
            <a:lvl1pPr>
              <a:defRPr sz="1425" b="1">
                <a:solidFill>
                  <a:srgbClr val="2F6B5F"/>
                </a:solidFill>
              </a:defRPr>
            </a:lvl1pPr>
            <a:lvl2pPr>
              <a:defRPr sz="1425" b="1">
                <a:solidFill>
                  <a:srgbClr val="2F6B5F"/>
                </a:solidFill>
              </a:defRPr>
            </a:lvl2pPr>
            <a:lvl3pPr>
              <a:defRPr sz="1425" b="1">
                <a:solidFill>
                  <a:srgbClr val="2F6B5F"/>
                </a:solidFill>
              </a:defRPr>
            </a:lvl3pPr>
            <a:lvl4pPr>
              <a:defRPr sz="1425" b="1">
                <a:solidFill>
                  <a:srgbClr val="2F6B5F"/>
                </a:solidFill>
              </a:defRPr>
            </a:lvl4pPr>
            <a:lvl5pPr>
              <a:defRPr sz="1425" b="1">
                <a:solidFill>
                  <a:srgbClr val="2F6B5F"/>
                </a:solidFill>
              </a:defRPr>
            </a:lvl5pPr>
            <a:lvl6pPr>
              <a:defRPr sz="1425" b="1">
                <a:solidFill>
                  <a:srgbClr val="2F6B5F"/>
                </a:solidFill>
              </a:defRPr>
            </a:lvl6pPr>
            <a:lvl7pPr>
              <a:defRPr sz="1425" b="1">
                <a:solidFill>
                  <a:srgbClr val="2F6B5F"/>
                </a:solidFill>
              </a:defRPr>
            </a:lvl7pPr>
            <a:lvl8pPr>
              <a:defRPr sz="1425" b="1">
                <a:solidFill>
                  <a:srgbClr val="2F6B5F"/>
                </a:solidFill>
              </a:defRPr>
            </a:lvl8pPr>
            <a:lvl9pPr>
              <a:defRPr sz="1425" b="1">
                <a:solidFill>
                  <a:srgbClr val="2F6B5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5F"/>
                </a:solidFill>
              </a:defRPr>
            </a:pPr>
            <a:r>
              <a:rPr sz="1425" b="1">
                <a:solidFill>
                  <a:srgbClr val="2F6B5F"/>
                </a:solidFill>
              </a:rPr>
              <a:t>Career recommender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4AF6CD-50E8-4417-ADFE-72C47DAF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62425"/>
            <a:ext cx="21526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1716B"/>
                </a:solidFill>
              </a:defRPr>
            </a:defPPr>
            <a:lvl1pPr>
              <a:defRPr sz="1200" b="0">
                <a:solidFill>
                  <a:srgbClr val="61716B"/>
                </a:solidFill>
              </a:defRPr>
            </a:lvl1pPr>
            <a:lvl2pPr>
              <a:defRPr sz="1200" b="0">
                <a:solidFill>
                  <a:srgbClr val="61716B"/>
                </a:solidFill>
              </a:defRPr>
            </a:lvl2pPr>
            <a:lvl3pPr>
              <a:defRPr sz="1200" b="0">
                <a:solidFill>
                  <a:srgbClr val="61716B"/>
                </a:solidFill>
              </a:defRPr>
            </a:lvl3pPr>
            <a:lvl4pPr>
              <a:defRPr sz="1200" b="0">
                <a:solidFill>
                  <a:srgbClr val="61716B"/>
                </a:solidFill>
              </a:defRPr>
            </a:lvl4pPr>
            <a:lvl5pPr>
              <a:defRPr sz="1200" b="0">
                <a:solidFill>
                  <a:srgbClr val="61716B"/>
                </a:solidFill>
              </a:defRPr>
            </a:lvl5pPr>
            <a:lvl6pPr>
              <a:defRPr sz="1200" b="0">
                <a:solidFill>
                  <a:srgbClr val="61716B"/>
                </a:solidFill>
              </a:defRPr>
            </a:lvl6pPr>
            <a:lvl7pPr>
              <a:defRPr sz="1200" b="0">
                <a:solidFill>
                  <a:srgbClr val="61716B"/>
                </a:solidFill>
              </a:defRPr>
            </a:lvl7pPr>
            <a:lvl8pPr>
              <a:defRPr sz="1200" b="0">
                <a:solidFill>
                  <a:srgbClr val="61716B"/>
                </a:solidFill>
              </a:defRPr>
            </a:lvl8pPr>
            <a:lvl9pPr>
              <a:defRPr sz="1200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716B"/>
                </a:solidFill>
              </a:defRPr>
            </a:pPr>
            <a:r>
              <a:rPr sz="1200" b="0">
                <a:solidFill>
                  <a:srgbClr val="61716B"/>
                </a:solidFill>
              </a:rPr>
              <a:t>Rank tracks by chosen priorities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859532-EF08-4105-9405-D00D8E6B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38550"/>
            <a:ext cx="2476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074C9F-20D9-41C4-B257-21405B99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81425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F6B5F"/>
                </a:solidFill>
              </a:defRPr>
            </a:defPPr>
            <a:lvl1pPr>
              <a:defRPr sz="1425" b="1">
                <a:solidFill>
                  <a:srgbClr val="2F6B5F"/>
                </a:solidFill>
              </a:defRPr>
            </a:lvl1pPr>
            <a:lvl2pPr>
              <a:defRPr sz="1425" b="1">
                <a:solidFill>
                  <a:srgbClr val="2F6B5F"/>
                </a:solidFill>
              </a:defRPr>
            </a:lvl2pPr>
            <a:lvl3pPr>
              <a:defRPr sz="1425" b="1">
                <a:solidFill>
                  <a:srgbClr val="2F6B5F"/>
                </a:solidFill>
              </a:defRPr>
            </a:lvl3pPr>
            <a:lvl4pPr>
              <a:defRPr sz="1425" b="1">
                <a:solidFill>
                  <a:srgbClr val="2F6B5F"/>
                </a:solidFill>
              </a:defRPr>
            </a:lvl4pPr>
            <a:lvl5pPr>
              <a:defRPr sz="1425" b="1">
                <a:solidFill>
                  <a:srgbClr val="2F6B5F"/>
                </a:solidFill>
              </a:defRPr>
            </a:lvl5pPr>
            <a:lvl6pPr>
              <a:defRPr sz="1425" b="1">
                <a:solidFill>
                  <a:srgbClr val="2F6B5F"/>
                </a:solidFill>
              </a:defRPr>
            </a:lvl6pPr>
            <a:lvl7pPr>
              <a:defRPr sz="1425" b="1">
                <a:solidFill>
                  <a:srgbClr val="2F6B5F"/>
                </a:solidFill>
              </a:defRPr>
            </a:lvl7pPr>
            <a:lvl8pPr>
              <a:defRPr sz="1425" b="1">
                <a:solidFill>
                  <a:srgbClr val="2F6B5F"/>
                </a:solidFill>
              </a:defRPr>
            </a:lvl8pPr>
            <a:lvl9pPr>
              <a:defRPr sz="1425" b="1">
                <a:solidFill>
                  <a:srgbClr val="2F6B5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F6B5F"/>
                </a:solidFill>
              </a:defRPr>
            </a:pPr>
            <a:r>
              <a:rPr sz="1425" b="1">
                <a:solidFill>
                  <a:srgbClr val="2F6B5F"/>
                </a:solidFill>
              </a:rPr>
              <a:t>Data quality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EA92D5-52C8-4946-9847-E504697F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62425"/>
            <a:ext cx="21526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1716B"/>
                </a:solidFill>
              </a:defRPr>
            </a:defPPr>
            <a:lvl1pPr>
              <a:defRPr sz="1200" b="0">
                <a:solidFill>
                  <a:srgbClr val="61716B"/>
                </a:solidFill>
              </a:defRPr>
            </a:lvl1pPr>
            <a:lvl2pPr>
              <a:defRPr sz="1200" b="0">
                <a:solidFill>
                  <a:srgbClr val="61716B"/>
                </a:solidFill>
              </a:defRPr>
            </a:lvl2pPr>
            <a:lvl3pPr>
              <a:defRPr sz="1200" b="0">
                <a:solidFill>
                  <a:srgbClr val="61716B"/>
                </a:solidFill>
              </a:defRPr>
            </a:lvl3pPr>
            <a:lvl4pPr>
              <a:defRPr sz="1200" b="0">
                <a:solidFill>
                  <a:srgbClr val="61716B"/>
                </a:solidFill>
              </a:defRPr>
            </a:lvl4pPr>
            <a:lvl5pPr>
              <a:defRPr sz="1200" b="0">
                <a:solidFill>
                  <a:srgbClr val="61716B"/>
                </a:solidFill>
              </a:defRPr>
            </a:lvl5pPr>
            <a:lvl6pPr>
              <a:defRPr sz="1200" b="0">
                <a:solidFill>
                  <a:srgbClr val="61716B"/>
                </a:solidFill>
              </a:defRPr>
            </a:lvl6pPr>
            <a:lvl7pPr>
              <a:defRPr sz="1200" b="0">
                <a:solidFill>
                  <a:srgbClr val="61716B"/>
                </a:solidFill>
              </a:defRPr>
            </a:lvl7pPr>
            <a:lvl8pPr>
              <a:defRPr sz="1200" b="0">
                <a:solidFill>
                  <a:srgbClr val="61716B"/>
                </a:solidFill>
              </a:defRPr>
            </a:lvl8pPr>
            <a:lvl9pPr>
              <a:defRPr sz="1200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1716B"/>
                </a:solidFill>
              </a:defRPr>
            </a:pPr>
            <a:r>
              <a:rPr sz="1200" b="0">
                <a:solidFill>
                  <a:srgbClr val="61716B"/>
                </a:solidFill>
              </a:rPr>
              <a:t>Missingness and checks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0EBF98-9614-4B89-9674-ED969BB3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8332D"/>
                </a:solidFill>
              </a:defRPr>
            </a:defPPr>
            <a:lvl1pPr>
              <a:defRPr sz="1500" b="1">
                <a:solidFill>
                  <a:srgbClr val="18332D"/>
                </a:solidFill>
              </a:defRPr>
            </a:lvl1pPr>
            <a:lvl2pPr>
              <a:defRPr sz="1500" b="1">
                <a:solidFill>
                  <a:srgbClr val="18332D"/>
                </a:solidFill>
              </a:defRPr>
            </a:lvl2pPr>
            <a:lvl3pPr>
              <a:defRPr sz="1500" b="1">
                <a:solidFill>
                  <a:srgbClr val="18332D"/>
                </a:solidFill>
              </a:defRPr>
            </a:lvl3pPr>
            <a:lvl4pPr>
              <a:defRPr sz="1500" b="1">
                <a:solidFill>
                  <a:srgbClr val="18332D"/>
                </a:solidFill>
              </a:defRPr>
            </a:lvl4pPr>
            <a:lvl5pPr>
              <a:defRPr sz="1500" b="1">
                <a:solidFill>
                  <a:srgbClr val="18332D"/>
                </a:solidFill>
              </a:defRPr>
            </a:lvl5pPr>
            <a:lvl6pPr>
              <a:defRPr sz="1500" b="1">
                <a:solidFill>
                  <a:srgbClr val="18332D"/>
                </a:solidFill>
              </a:defRPr>
            </a:lvl6pPr>
            <a:lvl7pPr>
              <a:defRPr sz="1500" b="1">
                <a:solidFill>
                  <a:srgbClr val="18332D"/>
                </a:solidFill>
              </a:defRPr>
            </a:lvl7pPr>
            <a:lvl8pPr>
              <a:defRPr sz="1500" b="1">
                <a:solidFill>
                  <a:srgbClr val="18332D"/>
                </a:solidFill>
              </a:defRPr>
            </a:lvl8pPr>
            <a:lvl9pPr>
              <a:defRPr sz="1500" b="1">
                <a:solidFill>
                  <a:srgbClr val="18332D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8332D"/>
                </a:solidFill>
              </a:defRPr>
            </a:pPr>
            <a:r>
              <a:rPr sz="1500" b="1">
                <a:solidFill>
                  <a:srgbClr val="18332D"/>
                </a:solidFill>
              </a:rPr>
              <a:t>Shared filters: industry/category · career level · employment type</a:t>
            </a:r>
          </a:p>
        </p:txBody>
      </p:sp>
    </p:spTree>
    <p:extLst>
      <p:ext uri="{BB962C8B-B14F-4D97-AF65-F5344CB8AC3E}">
        <p14:creationId xmlns:p14="http://schemas.microsoft.com/office/powerpoint/2010/main" val="78858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08E0F-82F6-4F5C-8F3E-9422E137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F6B5F"/>
                </a:solidFill>
              </a:defRPr>
            </a:defPPr>
            <a:lvl1pPr>
              <a:defRPr sz="1050" b="1">
                <a:solidFill>
                  <a:srgbClr val="2F6B5F"/>
                </a:solidFill>
              </a:defRPr>
            </a:lvl1pPr>
            <a:lvl2pPr>
              <a:defRPr sz="1050" b="1">
                <a:solidFill>
                  <a:srgbClr val="2F6B5F"/>
                </a:solidFill>
              </a:defRPr>
            </a:lvl2pPr>
            <a:lvl3pPr>
              <a:defRPr sz="1050" b="1">
                <a:solidFill>
                  <a:srgbClr val="2F6B5F"/>
                </a:solidFill>
              </a:defRPr>
            </a:lvl3pPr>
            <a:lvl4pPr>
              <a:defRPr sz="1050" b="1">
                <a:solidFill>
                  <a:srgbClr val="2F6B5F"/>
                </a:solidFill>
              </a:defRPr>
            </a:lvl4pPr>
            <a:lvl5pPr>
              <a:defRPr sz="1050" b="1">
                <a:solidFill>
                  <a:srgbClr val="2F6B5F"/>
                </a:solidFill>
              </a:defRPr>
            </a:lvl5pPr>
            <a:lvl6pPr>
              <a:defRPr sz="1050" b="1">
                <a:solidFill>
                  <a:srgbClr val="2F6B5F"/>
                </a:solidFill>
              </a:defRPr>
            </a:lvl6pPr>
            <a:lvl7pPr>
              <a:defRPr sz="1050" b="1">
                <a:solidFill>
                  <a:srgbClr val="2F6B5F"/>
                </a:solidFill>
              </a:defRPr>
            </a:lvl7pPr>
            <a:lvl8pPr>
              <a:defRPr sz="1050" b="1">
                <a:solidFill>
                  <a:srgbClr val="2F6B5F"/>
                </a:solidFill>
              </a:defRPr>
            </a:lvl8pPr>
            <a:lvl9pPr>
              <a:defRPr sz="1050" b="1">
                <a:solidFill>
                  <a:srgbClr val="2F6B5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F6B5F"/>
                </a:solidFill>
              </a:defRPr>
            </a:pPr>
            <a:r>
              <a:rPr sz="1050" b="1">
                <a:solidFill>
                  <a:srgbClr val="2F6B5F"/>
                </a:solidFill>
              </a:rPr>
              <a:t>LIVE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13F92-3702-49F1-A55A-FE6CFB78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8332D"/>
                </a:solidFill>
              </a:defRPr>
            </a:defPPr>
            <a:lvl1pPr>
              <a:defRPr sz="2700" b="1">
                <a:solidFill>
                  <a:srgbClr val="18332D"/>
                </a:solidFill>
              </a:defRPr>
            </a:lvl1pPr>
            <a:lvl2pPr>
              <a:defRPr sz="2700" b="1">
                <a:solidFill>
                  <a:srgbClr val="18332D"/>
                </a:solidFill>
              </a:defRPr>
            </a:lvl2pPr>
            <a:lvl3pPr>
              <a:defRPr sz="2700" b="1">
                <a:solidFill>
                  <a:srgbClr val="18332D"/>
                </a:solidFill>
              </a:defRPr>
            </a:lvl3pPr>
            <a:lvl4pPr>
              <a:defRPr sz="2700" b="1">
                <a:solidFill>
                  <a:srgbClr val="18332D"/>
                </a:solidFill>
              </a:defRPr>
            </a:lvl4pPr>
            <a:lvl5pPr>
              <a:defRPr sz="2700" b="1">
                <a:solidFill>
                  <a:srgbClr val="18332D"/>
                </a:solidFill>
              </a:defRPr>
            </a:lvl5pPr>
            <a:lvl6pPr>
              <a:defRPr sz="2700" b="1">
                <a:solidFill>
                  <a:srgbClr val="18332D"/>
                </a:solidFill>
              </a:defRPr>
            </a:lvl6pPr>
            <a:lvl7pPr>
              <a:defRPr sz="2700" b="1">
                <a:solidFill>
                  <a:srgbClr val="18332D"/>
                </a:solidFill>
              </a:defRPr>
            </a:lvl7pPr>
            <a:lvl8pPr>
              <a:defRPr sz="2700" b="1">
                <a:solidFill>
                  <a:srgbClr val="18332D"/>
                </a:solidFill>
              </a:defRPr>
            </a:lvl8pPr>
            <a:lvl9pPr>
              <a:defRPr sz="2700" b="1">
                <a:solidFill>
                  <a:srgbClr val="18332D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8332D"/>
                </a:solidFill>
              </a:defRPr>
            </a:pPr>
            <a:r>
              <a:rPr sz="2700" b="1">
                <a:solidFill>
                  <a:srgbClr val="18332D"/>
                </a:solidFill>
              </a:rPr>
              <a:t>Start broad, then narrow the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98F9A-3F7D-4444-BC3F-A2FD9C05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1716B"/>
                </a:solidFill>
              </a:defRPr>
            </a:defPPr>
            <a:lvl1pPr>
              <a:defRPr sz="900" b="0">
                <a:solidFill>
                  <a:srgbClr val="61716B"/>
                </a:solidFill>
              </a:defRPr>
            </a:lvl1pPr>
            <a:lvl2pPr>
              <a:defRPr sz="900" b="0">
                <a:solidFill>
                  <a:srgbClr val="61716B"/>
                </a:solidFill>
              </a:defRPr>
            </a:lvl2pPr>
            <a:lvl3pPr>
              <a:defRPr sz="900" b="0">
                <a:solidFill>
                  <a:srgbClr val="61716B"/>
                </a:solidFill>
              </a:defRPr>
            </a:lvl3pPr>
            <a:lvl4pPr>
              <a:defRPr sz="900" b="0">
                <a:solidFill>
                  <a:srgbClr val="61716B"/>
                </a:solidFill>
              </a:defRPr>
            </a:lvl4pPr>
            <a:lvl5pPr>
              <a:defRPr sz="900" b="0">
                <a:solidFill>
                  <a:srgbClr val="61716B"/>
                </a:solidFill>
              </a:defRPr>
            </a:lvl5pPr>
            <a:lvl6pPr>
              <a:defRPr sz="900" b="0">
                <a:solidFill>
                  <a:srgbClr val="61716B"/>
                </a:solidFill>
              </a:defRPr>
            </a:lvl6pPr>
            <a:lvl7pPr>
              <a:defRPr sz="900" b="0">
                <a:solidFill>
                  <a:srgbClr val="61716B"/>
                </a:solidFill>
              </a:defRPr>
            </a:lvl7pPr>
            <a:lvl8pPr>
              <a:defRPr sz="900" b="0">
                <a:solidFill>
                  <a:srgbClr val="61716B"/>
                </a:solidFill>
              </a:defRPr>
            </a:lvl8pPr>
            <a:lvl9pPr>
              <a:defRPr sz="900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1716B"/>
                </a:solidFill>
              </a:defRPr>
            </a:pPr>
            <a:r>
              <a:rPr sz="900" b="0">
                <a:solidFill>
                  <a:srgbClr val="61716B"/>
                </a:solidFill>
              </a:rPr>
              <a:t>SINGAPORE JOBS EXPLORER ·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1A08E-F017-4A8A-BCDC-9DE0CAF3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666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F6B5F"/>
          </a:solidFill>
          <a:ln xmlns:a="http://schemas.openxmlformats.org/drawingml/2006/main" w="9525">
            <a:solidFill>
              <a:srgbClr val="2F6B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E908F-4B8A-48F6-B7A2-68657E75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  <a:lvl1pPr algn="ctr">
              <a:defRPr sz="1875" b="1">
                <a:solidFill>
                  <a:srgbClr val="FFFFFF"/>
                </a:solidFill>
              </a:defRPr>
            </a:lvl1pPr>
            <a:lvl2pPr algn="ctr">
              <a:defRPr sz="1875" b="1">
                <a:solidFill>
                  <a:srgbClr val="FFFFFF"/>
                </a:solidFill>
              </a:defRPr>
            </a:lvl2pPr>
            <a:lvl3pPr algn="ctr">
              <a:defRPr sz="1875" b="1">
                <a:solidFill>
                  <a:srgbClr val="FFFFFF"/>
                </a:solidFill>
              </a:defRPr>
            </a:lvl3pPr>
            <a:lvl4pPr algn="ctr">
              <a:defRPr sz="1875" b="1">
                <a:solidFill>
                  <a:srgbClr val="FFFFFF"/>
                </a:solidFill>
              </a:defRPr>
            </a:lvl4pPr>
            <a:lvl5pPr algn="ctr">
              <a:defRPr sz="1875" b="1">
                <a:solidFill>
                  <a:srgbClr val="FFFFFF"/>
                </a:solidFill>
              </a:defRPr>
            </a:lvl5pPr>
            <a:lvl6pPr algn="ctr">
              <a:defRPr sz="1875" b="1">
                <a:solidFill>
                  <a:srgbClr val="FFFFFF"/>
                </a:solidFill>
              </a:defRPr>
            </a:lvl6pPr>
            <a:lvl7pPr algn="ctr">
              <a:defRPr sz="1875" b="1">
                <a:solidFill>
                  <a:srgbClr val="FFFFFF"/>
                </a:solidFill>
              </a:defRPr>
            </a:lvl7pPr>
            <a:lvl8pPr algn="ctr">
              <a:defRPr sz="1875" b="1">
                <a:solidFill>
                  <a:srgbClr val="FFFFFF"/>
                </a:solidFill>
              </a:defRPr>
            </a:lvl8pPr>
            <a:lvl9pPr algn="ctr"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07D50-5CB4-4567-AB21-15608150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62125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8332D"/>
                </a:solidFill>
              </a:defRPr>
            </a:defPPr>
            <a:lvl1pPr>
              <a:defRPr sz="1650" b="1">
                <a:solidFill>
                  <a:srgbClr val="18332D"/>
                </a:solidFill>
              </a:defRPr>
            </a:lvl1pPr>
            <a:lvl2pPr>
              <a:defRPr sz="1650" b="1">
                <a:solidFill>
                  <a:srgbClr val="18332D"/>
                </a:solidFill>
              </a:defRPr>
            </a:lvl2pPr>
            <a:lvl3pPr>
              <a:defRPr sz="1650" b="1">
                <a:solidFill>
                  <a:srgbClr val="18332D"/>
                </a:solidFill>
              </a:defRPr>
            </a:lvl3pPr>
            <a:lvl4pPr>
              <a:defRPr sz="1650" b="1">
                <a:solidFill>
                  <a:srgbClr val="18332D"/>
                </a:solidFill>
              </a:defRPr>
            </a:lvl4pPr>
            <a:lvl5pPr>
              <a:defRPr sz="1650" b="1">
                <a:solidFill>
                  <a:srgbClr val="18332D"/>
                </a:solidFill>
              </a:defRPr>
            </a:lvl5pPr>
            <a:lvl6pPr>
              <a:defRPr sz="1650" b="1">
                <a:solidFill>
                  <a:srgbClr val="18332D"/>
                </a:solidFill>
              </a:defRPr>
            </a:lvl6pPr>
            <a:lvl7pPr>
              <a:defRPr sz="1650" b="1">
                <a:solidFill>
                  <a:srgbClr val="18332D"/>
                </a:solidFill>
              </a:defRPr>
            </a:lvl7pPr>
            <a:lvl8pPr>
              <a:defRPr sz="1650" b="1">
                <a:solidFill>
                  <a:srgbClr val="18332D"/>
                </a:solidFill>
              </a:defRPr>
            </a:lvl8pPr>
            <a:lvl9pPr>
              <a:defRPr sz="1650" b="1">
                <a:solidFill>
                  <a:srgbClr val="18332D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332D"/>
                </a:solidFill>
              </a:defRPr>
            </a:pPr>
            <a:r>
              <a:rPr sz="1650" b="1">
                <a:solidFill>
                  <a:srgbClr val="18332D"/>
                </a:solidFill>
              </a:rPr>
              <a:t>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90217-1C93-4F36-BB8C-F28A87F4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62125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61716B"/>
                </a:solidFill>
              </a:defRPr>
            </a:defPPr>
            <a:lvl1pPr>
              <a:defRPr sz="1425" b="0">
                <a:solidFill>
                  <a:srgbClr val="61716B"/>
                </a:solidFill>
              </a:defRPr>
            </a:lvl1pPr>
            <a:lvl2pPr>
              <a:defRPr sz="1425" b="0">
                <a:solidFill>
                  <a:srgbClr val="61716B"/>
                </a:solidFill>
              </a:defRPr>
            </a:lvl2pPr>
            <a:lvl3pPr>
              <a:defRPr sz="1425" b="0">
                <a:solidFill>
                  <a:srgbClr val="61716B"/>
                </a:solidFill>
              </a:defRPr>
            </a:lvl3pPr>
            <a:lvl4pPr>
              <a:defRPr sz="1425" b="0">
                <a:solidFill>
                  <a:srgbClr val="61716B"/>
                </a:solidFill>
              </a:defRPr>
            </a:lvl4pPr>
            <a:lvl5pPr>
              <a:defRPr sz="1425" b="0">
                <a:solidFill>
                  <a:srgbClr val="61716B"/>
                </a:solidFill>
              </a:defRPr>
            </a:lvl5pPr>
            <a:lvl6pPr>
              <a:defRPr sz="1425" b="0">
                <a:solidFill>
                  <a:srgbClr val="61716B"/>
                </a:solidFill>
              </a:defRPr>
            </a:lvl6pPr>
            <a:lvl7pPr>
              <a:defRPr sz="1425" b="0">
                <a:solidFill>
                  <a:srgbClr val="61716B"/>
                </a:solidFill>
              </a:defRPr>
            </a:lvl7pPr>
            <a:lvl8pPr>
              <a:defRPr sz="1425" b="0">
                <a:solidFill>
                  <a:srgbClr val="61716B"/>
                </a:solidFill>
              </a:defRPr>
            </a:lvl8pPr>
            <a:lvl9pPr>
              <a:defRPr sz="1425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16B"/>
                </a:solidFill>
              </a:defRPr>
            </a:pPr>
            <a:r>
              <a:rPr sz="1425" b="0">
                <a:solidFill>
                  <a:srgbClr val="61716B"/>
                </a:solidFill>
              </a:rPr>
              <a:t>See volume and common titles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A882F-D5A0-4BEF-B2FF-B7BE2DBA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666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F6B5F"/>
          </a:solidFill>
          <a:ln xmlns:a="http://schemas.openxmlformats.org/drawingml/2006/main" w="9525">
            <a:solidFill>
              <a:srgbClr val="2F6B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30A50-FF30-4153-9548-4BA70BDC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  <a:lvl1pPr algn="ctr">
              <a:defRPr sz="1875" b="1">
                <a:solidFill>
                  <a:srgbClr val="FFFFFF"/>
                </a:solidFill>
              </a:defRPr>
            </a:lvl1pPr>
            <a:lvl2pPr algn="ctr">
              <a:defRPr sz="1875" b="1">
                <a:solidFill>
                  <a:srgbClr val="FFFFFF"/>
                </a:solidFill>
              </a:defRPr>
            </a:lvl2pPr>
            <a:lvl3pPr algn="ctr">
              <a:defRPr sz="1875" b="1">
                <a:solidFill>
                  <a:srgbClr val="FFFFFF"/>
                </a:solidFill>
              </a:defRPr>
            </a:lvl3pPr>
            <a:lvl4pPr algn="ctr">
              <a:defRPr sz="1875" b="1">
                <a:solidFill>
                  <a:srgbClr val="FFFFFF"/>
                </a:solidFill>
              </a:defRPr>
            </a:lvl4pPr>
            <a:lvl5pPr algn="ctr">
              <a:defRPr sz="1875" b="1">
                <a:solidFill>
                  <a:srgbClr val="FFFFFF"/>
                </a:solidFill>
              </a:defRPr>
            </a:lvl5pPr>
            <a:lvl6pPr algn="ctr">
              <a:defRPr sz="1875" b="1">
                <a:solidFill>
                  <a:srgbClr val="FFFFFF"/>
                </a:solidFill>
              </a:defRPr>
            </a:lvl6pPr>
            <a:lvl7pPr algn="ctr">
              <a:defRPr sz="1875" b="1">
                <a:solidFill>
                  <a:srgbClr val="FFFFFF"/>
                </a:solidFill>
              </a:defRPr>
            </a:lvl7pPr>
            <a:lvl8pPr algn="ctr">
              <a:defRPr sz="1875" b="1">
                <a:solidFill>
                  <a:srgbClr val="FFFFFF"/>
                </a:solidFill>
              </a:defRPr>
            </a:lvl8pPr>
            <a:lvl9pPr algn="ctr"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43A75-1AA2-41D9-BDFF-0FB26932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00325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8332D"/>
                </a:solidFill>
              </a:defRPr>
            </a:defPPr>
            <a:lvl1pPr>
              <a:defRPr sz="1650" b="1">
                <a:solidFill>
                  <a:srgbClr val="18332D"/>
                </a:solidFill>
              </a:defRPr>
            </a:lvl1pPr>
            <a:lvl2pPr>
              <a:defRPr sz="1650" b="1">
                <a:solidFill>
                  <a:srgbClr val="18332D"/>
                </a:solidFill>
              </a:defRPr>
            </a:lvl2pPr>
            <a:lvl3pPr>
              <a:defRPr sz="1650" b="1">
                <a:solidFill>
                  <a:srgbClr val="18332D"/>
                </a:solidFill>
              </a:defRPr>
            </a:lvl3pPr>
            <a:lvl4pPr>
              <a:defRPr sz="1650" b="1">
                <a:solidFill>
                  <a:srgbClr val="18332D"/>
                </a:solidFill>
              </a:defRPr>
            </a:lvl4pPr>
            <a:lvl5pPr>
              <a:defRPr sz="1650" b="1">
                <a:solidFill>
                  <a:srgbClr val="18332D"/>
                </a:solidFill>
              </a:defRPr>
            </a:lvl5pPr>
            <a:lvl6pPr>
              <a:defRPr sz="1650" b="1">
                <a:solidFill>
                  <a:srgbClr val="18332D"/>
                </a:solidFill>
              </a:defRPr>
            </a:lvl6pPr>
            <a:lvl7pPr>
              <a:defRPr sz="1650" b="1">
                <a:solidFill>
                  <a:srgbClr val="18332D"/>
                </a:solidFill>
              </a:defRPr>
            </a:lvl7pPr>
            <a:lvl8pPr>
              <a:defRPr sz="1650" b="1">
                <a:solidFill>
                  <a:srgbClr val="18332D"/>
                </a:solidFill>
              </a:defRPr>
            </a:lvl8pPr>
            <a:lvl9pPr>
              <a:defRPr sz="1650" b="1">
                <a:solidFill>
                  <a:srgbClr val="18332D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332D"/>
                </a:solidFill>
              </a:defRPr>
            </a:pPr>
            <a:r>
              <a:rPr sz="1650" b="1">
                <a:solidFill>
                  <a:srgbClr val="18332D"/>
                </a:solidFill>
              </a:rPr>
              <a:t>Salary + trends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A3790-2436-449C-8BE1-C3CE026D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00325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61716B"/>
                </a:solidFill>
              </a:defRPr>
            </a:defPPr>
            <a:lvl1pPr>
              <a:defRPr sz="1425" b="0">
                <a:solidFill>
                  <a:srgbClr val="61716B"/>
                </a:solidFill>
              </a:defRPr>
            </a:lvl1pPr>
            <a:lvl2pPr>
              <a:defRPr sz="1425" b="0">
                <a:solidFill>
                  <a:srgbClr val="61716B"/>
                </a:solidFill>
              </a:defRPr>
            </a:lvl2pPr>
            <a:lvl3pPr>
              <a:defRPr sz="1425" b="0">
                <a:solidFill>
                  <a:srgbClr val="61716B"/>
                </a:solidFill>
              </a:defRPr>
            </a:lvl3pPr>
            <a:lvl4pPr>
              <a:defRPr sz="1425" b="0">
                <a:solidFill>
                  <a:srgbClr val="61716B"/>
                </a:solidFill>
              </a:defRPr>
            </a:lvl4pPr>
            <a:lvl5pPr>
              <a:defRPr sz="1425" b="0">
                <a:solidFill>
                  <a:srgbClr val="61716B"/>
                </a:solidFill>
              </a:defRPr>
            </a:lvl5pPr>
            <a:lvl6pPr>
              <a:defRPr sz="1425" b="0">
                <a:solidFill>
                  <a:srgbClr val="61716B"/>
                </a:solidFill>
              </a:defRPr>
            </a:lvl6pPr>
            <a:lvl7pPr>
              <a:defRPr sz="1425" b="0">
                <a:solidFill>
                  <a:srgbClr val="61716B"/>
                </a:solidFill>
              </a:defRPr>
            </a:lvl7pPr>
            <a:lvl8pPr>
              <a:defRPr sz="1425" b="0">
                <a:solidFill>
                  <a:srgbClr val="61716B"/>
                </a:solidFill>
              </a:defRPr>
            </a:lvl8pPr>
            <a:lvl9pPr>
              <a:defRPr sz="1425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16B"/>
                </a:solidFill>
              </a:defRPr>
            </a:pPr>
            <a:r>
              <a:rPr sz="1425" b="0">
                <a:solidFill>
                  <a:srgbClr val="61716B"/>
                </a:solidFill>
              </a:rPr>
              <a:t>Compare pay; read time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5BC65-9A0A-4EB9-969A-0D44D2C6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8525"/>
            <a:ext cx="666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18B47"/>
          </a:solidFill>
          <a:ln xmlns:a="http://schemas.openxmlformats.org/drawingml/2006/main" w="9525">
            <a:solidFill>
              <a:srgbClr val="D18B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D4A44-B80E-4E6D-B905-07719B09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  <a:lvl1pPr algn="ctr">
              <a:defRPr sz="1875" b="1">
                <a:solidFill>
                  <a:srgbClr val="FFFFFF"/>
                </a:solidFill>
              </a:defRPr>
            </a:lvl1pPr>
            <a:lvl2pPr algn="ctr">
              <a:defRPr sz="1875" b="1">
                <a:solidFill>
                  <a:srgbClr val="FFFFFF"/>
                </a:solidFill>
              </a:defRPr>
            </a:lvl2pPr>
            <a:lvl3pPr algn="ctr">
              <a:defRPr sz="1875" b="1">
                <a:solidFill>
                  <a:srgbClr val="FFFFFF"/>
                </a:solidFill>
              </a:defRPr>
            </a:lvl3pPr>
            <a:lvl4pPr algn="ctr">
              <a:defRPr sz="1875" b="1">
                <a:solidFill>
                  <a:srgbClr val="FFFFFF"/>
                </a:solidFill>
              </a:defRPr>
            </a:lvl4pPr>
            <a:lvl5pPr algn="ctr">
              <a:defRPr sz="1875" b="1">
                <a:solidFill>
                  <a:srgbClr val="FFFFFF"/>
                </a:solidFill>
              </a:defRPr>
            </a:lvl5pPr>
            <a:lvl6pPr algn="ctr">
              <a:defRPr sz="1875" b="1">
                <a:solidFill>
                  <a:srgbClr val="FFFFFF"/>
                </a:solidFill>
              </a:defRPr>
            </a:lvl6pPr>
            <a:lvl7pPr algn="ctr">
              <a:defRPr sz="1875" b="1">
                <a:solidFill>
                  <a:srgbClr val="FFFFFF"/>
                </a:solidFill>
              </a:defRPr>
            </a:lvl7pPr>
            <a:lvl8pPr algn="ctr">
              <a:defRPr sz="1875" b="1">
                <a:solidFill>
                  <a:srgbClr val="FFFFFF"/>
                </a:solidFill>
              </a:defRPr>
            </a:lvl8pPr>
            <a:lvl9pPr algn="ctr"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7D3FF-223E-469B-AF52-35757F30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38525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8332D"/>
                </a:solidFill>
              </a:defRPr>
            </a:defPPr>
            <a:lvl1pPr>
              <a:defRPr sz="1650" b="1">
                <a:solidFill>
                  <a:srgbClr val="18332D"/>
                </a:solidFill>
              </a:defRPr>
            </a:lvl1pPr>
            <a:lvl2pPr>
              <a:defRPr sz="1650" b="1">
                <a:solidFill>
                  <a:srgbClr val="18332D"/>
                </a:solidFill>
              </a:defRPr>
            </a:lvl2pPr>
            <a:lvl3pPr>
              <a:defRPr sz="1650" b="1">
                <a:solidFill>
                  <a:srgbClr val="18332D"/>
                </a:solidFill>
              </a:defRPr>
            </a:lvl3pPr>
            <a:lvl4pPr>
              <a:defRPr sz="1650" b="1">
                <a:solidFill>
                  <a:srgbClr val="18332D"/>
                </a:solidFill>
              </a:defRPr>
            </a:lvl4pPr>
            <a:lvl5pPr>
              <a:defRPr sz="1650" b="1">
                <a:solidFill>
                  <a:srgbClr val="18332D"/>
                </a:solidFill>
              </a:defRPr>
            </a:lvl5pPr>
            <a:lvl6pPr>
              <a:defRPr sz="1650" b="1">
                <a:solidFill>
                  <a:srgbClr val="18332D"/>
                </a:solidFill>
              </a:defRPr>
            </a:lvl6pPr>
            <a:lvl7pPr>
              <a:defRPr sz="1650" b="1">
                <a:solidFill>
                  <a:srgbClr val="18332D"/>
                </a:solidFill>
              </a:defRPr>
            </a:lvl7pPr>
            <a:lvl8pPr>
              <a:defRPr sz="1650" b="1">
                <a:solidFill>
                  <a:srgbClr val="18332D"/>
                </a:solidFill>
              </a:defRPr>
            </a:lvl8pPr>
            <a:lvl9pPr>
              <a:defRPr sz="1650" b="1">
                <a:solidFill>
                  <a:srgbClr val="18332D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332D"/>
                </a:solidFill>
              </a:defRPr>
            </a:pPr>
            <a:r>
              <a:rPr sz="1650" b="1">
                <a:solidFill>
                  <a:srgbClr val="18332D"/>
                </a:solidFill>
              </a:rPr>
              <a:t>Demand vs competition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5F7ADE-5515-4E64-A71C-9DF88A1C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38525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61716B"/>
                </a:solidFill>
              </a:defRPr>
            </a:defPPr>
            <a:lvl1pPr>
              <a:defRPr sz="1425" b="0">
                <a:solidFill>
                  <a:srgbClr val="61716B"/>
                </a:solidFill>
              </a:defRPr>
            </a:lvl1pPr>
            <a:lvl2pPr>
              <a:defRPr sz="1425" b="0">
                <a:solidFill>
                  <a:srgbClr val="61716B"/>
                </a:solidFill>
              </a:defRPr>
            </a:lvl2pPr>
            <a:lvl3pPr>
              <a:defRPr sz="1425" b="0">
                <a:solidFill>
                  <a:srgbClr val="61716B"/>
                </a:solidFill>
              </a:defRPr>
            </a:lvl3pPr>
            <a:lvl4pPr>
              <a:defRPr sz="1425" b="0">
                <a:solidFill>
                  <a:srgbClr val="61716B"/>
                </a:solidFill>
              </a:defRPr>
            </a:lvl4pPr>
            <a:lvl5pPr>
              <a:defRPr sz="1425" b="0">
                <a:solidFill>
                  <a:srgbClr val="61716B"/>
                </a:solidFill>
              </a:defRPr>
            </a:lvl5pPr>
            <a:lvl6pPr>
              <a:defRPr sz="1425" b="0">
                <a:solidFill>
                  <a:srgbClr val="61716B"/>
                </a:solidFill>
              </a:defRPr>
            </a:lvl6pPr>
            <a:lvl7pPr>
              <a:defRPr sz="1425" b="0">
                <a:solidFill>
                  <a:srgbClr val="61716B"/>
                </a:solidFill>
              </a:defRPr>
            </a:lvl7pPr>
            <a:lvl8pPr>
              <a:defRPr sz="1425" b="0">
                <a:solidFill>
                  <a:srgbClr val="61716B"/>
                </a:solidFill>
              </a:defRPr>
            </a:lvl8pPr>
            <a:lvl9pPr>
              <a:defRPr sz="1425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16B"/>
                </a:solidFill>
              </a:defRPr>
            </a:pPr>
            <a:r>
              <a:rPr sz="1425" b="0">
                <a:solidFill>
                  <a:srgbClr val="61716B"/>
                </a:solidFill>
              </a:rPr>
              <a:t>Find categories to investigate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ADFE8D-4BF4-46EE-84C2-97D5A671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76725"/>
            <a:ext cx="666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F6B5F"/>
          </a:solidFill>
          <a:ln xmlns:a="http://schemas.openxmlformats.org/drawingml/2006/main" w="9525">
            <a:solidFill>
              <a:srgbClr val="2F6B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01D667-6A81-41E9-AD8F-1ADCE0F4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  <a:lvl1pPr algn="ctr">
              <a:defRPr sz="1875" b="1">
                <a:solidFill>
                  <a:srgbClr val="FFFFFF"/>
                </a:solidFill>
              </a:defRPr>
            </a:lvl1pPr>
            <a:lvl2pPr algn="ctr">
              <a:defRPr sz="1875" b="1">
                <a:solidFill>
                  <a:srgbClr val="FFFFFF"/>
                </a:solidFill>
              </a:defRPr>
            </a:lvl2pPr>
            <a:lvl3pPr algn="ctr">
              <a:defRPr sz="1875" b="1">
                <a:solidFill>
                  <a:srgbClr val="FFFFFF"/>
                </a:solidFill>
              </a:defRPr>
            </a:lvl3pPr>
            <a:lvl4pPr algn="ctr">
              <a:defRPr sz="1875" b="1">
                <a:solidFill>
                  <a:srgbClr val="FFFFFF"/>
                </a:solidFill>
              </a:defRPr>
            </a:lvl4pPr>
            <a:lvl5pPr algn="ctr">
              <a:defRPr sz="1875" b="1">
                <a:solidFill>
                  <a:srgbClr val="FFFFFF"/>
                </a:solidFill>
              </a:defRPr>
            </a:lvl5pPr>
            <a:lvl6pPr algn="ctr">
              <a:defRPr sz="1875" b="1">
                <a:solidFill>
                  <a:srgbClr val="FFFFFF"/>
                </a:solidFill>
              </a:defRPr>
            </a:lvl6pPr>
            <a:lvl7pPr algn="ctr">
              <a:defRPr sz="1875" b="1">
                <a:solidFill>
                  <a:srgbClr val="FFFFFF"/>
                </a:solidFill>
              </a:defRPr>
            </a:lvl7pPr>
            <a:lvl8pPr algn="ctr">
              <a:defRPr sz="1875" b="1">
                <a:solidFill>
                  <a:srgbClr val="FFFFFF"/>
                </a:solidFill>
              </a:defRPr>
            </a:lvl8pPr>
            <a:lvl9pPr algn="ctr"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773916-89CF-467E-B644-322F1D23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76725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8332D"/>
                </a:solidFill>
              </a:defRPr>
            </a:defPPr>
            <a:lvl1pPr>
              <a:defRPr sz="1650" b="1">
                <a:solidFill>
                  <a:srgbClr val="18332D"/>
                </a:solidFill>
              </a:defRPr>
            </a:lvl1pPr>
            <a:lvl2pPr>
              <a:defRPr sz="1650" b="1">
                <a:solidFill>
                  <a:srgbClr val="18332D"/>
                </a:solidFill>
              </a:defRPr>
            </a:lvl2pPr>
            <a:lvl3pPr>
              <a:defRPr sz="1650" b="1">
                <a:solidFill>
                  <a:srgbClr val="18332D"/>
                </a:solidFill>
              </a:defRPr>
            </a:lvl3pPr>
            <a:lvl4pPr>
              <a:defRPr sz="1650" b="1">
                <a:solidFill>
                  <a:srgbClr val="18332D"/>
                </a:solidFill>
              </a:defRPr>
            </a:lvl4pPr>
            <a:lvl5pPr>
              <a:defRPr sz="1650" b="1">
                <a:solidFill>
                  <a:srgbClr val="18332D"/>
                </a:solidFill>
              </a:defRPr>
            </a:lvl5pPr>
            <a:lvl6pPr>
              <a:defRPr sz="1650" b="1">
                <a:solidFill>
                  <a:srgbClr val="18332D"/>
                </a:solidFill>
              </a:defRPr>
            </a:lvl6pPr>
            <a:lvl7pPr>
              <a:defRPr sz="1650" b="1">
                <a:solidFill>
                  <a:srgbClr val="18332D"/>
                </a:solidFill>
              </a:defRPr>
            </a:lvl7pPr>
            <a:lvl8pPr>
              <a:defRPr sz="1650" b="1">
                <a:solidFill>
                  <a:srgbClr val="18332D"/>
                </a:solidFill>
              </a:defRPr>
            </a:lvl8pPr>
            <a:lvl9pPr>
              <a:defRPr sz="1650" b="1">
                <a:solidFill>
                  <a:srgbClr val="18332D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332D"/>
                </a:solidFill>
              </a:defRPr>
            </a:pPr>
            <a:r>
              <a:rPr sz="1650" b="1">
                <a:solidFill>
                  <a:srgbClr val="18332D"/>
                </a:solidFill>
              </a:rPr>
              <a:t>Career recommender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563E88-338A-4A72-8031-46E0D2F8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276725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61716B"/>
                </a:solidFill>
              </a:defRPr>
            </a:defPPr>
            <a:lvl1pPr>
              <a:defRPr sz="1425" b="0">
                <a:solidFill>
                  <a:srgbClr val="61716B"/>
                </a:solidFill>
              </a:defRPr>
            </a:lvl1pPr>
            <a:lvl2pPr>
              <a:defRPr sz="1425" b="0">
                <a:solidFill>
                  <a:srgbClr val="61716B"/>
                </a:solidFill>
              </a:defRPr>
            </a:lvl2pPr>
            <a:lvl3pPr>
              <a:defRPr sz="1425" b="0">
                <a:solidFill>
                  <a:srgbClr val="61716B"/>
                </a:solidFill>
              </a:defRPr>
            </a:lvl3pPr>
            <a:lvl4pPr>
              <a:defRPr sz="1425" b="0">
                <a:solidFill>
                  <a:srgbClr val="61716B"/>
                </a:solidFill>
              </a:defRPr>
            </a:lvl4pPr>
            <a:lvl5pPr>
              <a:defRPr sz="1425" b="0">
                <a:solidFill>
                  <a:srgbClr val="61716B"/>
                </a:solidFill>
              </a:defRPr>
            </a:lvl5pPr>
            <a:lvl6pPr>
              <a:defRPr sz="1425" b="0">
                <a:solidFill>
                  <a:srgbClr val="61716B"/>
                </a:solidFill>
              </a:defRPr>
            </a:lvl6pPr>
            <a:lvl7pPr>
              <a:defRPr sz="1425" b="0">
                <a:solidFill>
                  <a:srgbClr val="61716B"/>
                </a:solidFill>
              </a:defRPr>
            </a:lvl7pPr>
            <a:lvl8pPr>
              <a:defRPr sz="1425" b="0">
                <a:solidFill>
                  <a:srgbClr val="61716B"/>
                </a:solidFill>
              </a:defRPr>
            </a:lvl8pPr>
            <a:lvl9pPr>
              <a:defRPr sz="1425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16B"/>
                </a:solidFill>
              </a:defRPr>
            </a:pPr>
            <a:r>
              <a:rPr sz="1425" b="0">
                <a:solidFill>
                  <a:srgbClr val="61716B"/>
                </a:solidFill>
              </a:rPr>
              <a:t>Adjust what matters to you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7175F-989F-43E4-8413-A9F293B7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14925"/>
            <a:ext cx="666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F6B5F"/>
          </a:solidFill>
          <a:ln xmlns:a="http://schemas.openxmlformats.org/drawingml/2006/main" w="9525">
            <a:solidFill>
              <a:srgbClr val="2F6B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D61AF-38D1-40CB-BF3A-5A683228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  <a:lvl1pPr algn="ctr">
              <a:defRPr sz="1875" b="1">
                <a:solidFill>
                  <a:srgbClr val="FFFFFF"/>
                </a:solidFill>
              </a:defRPr>
            </a:lvl1pPr>
            <a:lvl2pPr algn="ctr">
              <a:defRPr sz="1875" b="1">
                <a:solidFill>
                  <a:srgbClr val="FFFFFF"/>
                </a:solidFill>
              </a:defRPr>
            </a:lvl2pPr>
            <a:lvl3pPr algn="ctr">
              <a:defRPr sz="1875" b="1">
                <a:solidFill>
                  <a:srgbClr val="FFFFFF"/>
                </a:solidFill>
              </a:defRPr>
            </a:lvl3pPr>
            <a:lvl4pPr algn="ctr">
              <a:defRPr sz="1875" b="1">
                <a:solidFill>
                  <a:srgbClr val="FFFFFF"/>
                </a:solidFill>
              </a:defRPr>
            </a:lvl4pPr>
            <a:lvl5pPr algn="ctr">
              <a:defRPr sz="1875" b="1">
                <a:solidFill>
                  <a:srgbClr val="FFFFFF"/>
                </a:solidFill>
              </a:defRPr>
            </a:lvl5pPr>
            <a:lvl6pPr algn="ctr">
              <a:defRPr sz="1875" b="1">
                <a:solidFill>
                  <a:srgbClr val="FFFFFF"/>
                </a:solidFill>
              </a:defRPr>
            </a:lvl6pPr>
            <a:lvl7pPr algn="ctr">
              <a:defRPr sz="1875" b="1">
                <a:solidFill>
                  <a:srgbClr val="FFFFFF"/>
                </a:solidFill>
              </a:defRPr>
            </a:lvl7pPr>
            <a:lvl8pPr algn="ctr">
              <a:defRPr sz="1875" b="1">
                <a:solidFill>
                  <a:srgbClr val="FFFFFF"/>
                </a:solidFill>
              </a:defRPr>
            </a:lvl8pPr>
            <a:lvl9pPr algn="ctr"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AE8B3B-84BA-426F-9D8F-976BD3DA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14925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8332D"/>
                </a:solidFill>
              </a:defRPr>
            </a:defPPr>
            <a:lvl1pPr>
              <a:defRPr sz="1650" b="1">
                <a:solidFill>
                  <a:srgbClr val="18332D"/>
                </a:solidFill>
              </a:defRPr>
            </a:lvl1pPr>
            <a:lvl2pPr>
              <a:defRPr sz="1650" b="1">
                <a:solidFill>
                  <a:srgbClr val="18332D"/>
                </a:solidFill>
              </a:defRPr>
            </a:lvl2pPr>
            <a:lvl3pPr>
              <a:defRPr sz="1650" b="1">
                <a:solidFill>
                  <a:srgbClr val="18332D"/>
                </a:solidFill>
              </a:defRPr>
            </a:lvl3pPr>
            <a:lvl4pPr>
              <a:defRPr sz="1650" b="1">
                <a:solidFill>
                  <a:srgbClr val="18332D"/>
                </a:solidFill>
              </a:defRPr>
            </a:lvl4pPr>
            <a:lvl5pPr>
              <a:defRPr sz="1650" b="1">
                <a:solidFill>
                  <a:srgbClr val="18332D"/>
                </a:solidFill>
              </a:defRPr>
            </a:lvl5pPr>
            <a:lvl6pPr>
              <a:defRPr sz="1650" b="1">
                <a:solidFill>
                  <a:srgbClr val="18332D"/>
                </a:solidFill>
              </a:defRPr>
            </a:lvl6pPr>
            <a:lvl7pPr>
              <a:defRPr sz="1650" b="1">
                <a:solidFill>
                  <a:srgbClr val="18332D"/>
                </a:solidFill>
              </a:defRPr>
            </a:lvl7pPr>
            <a:lvl8pPr>
              <a:defRPr sz="1650" b="1">
                <a:solidFill>
                  <a:srgbClr val="18332D"/>
                </a:solidFill>
              </a:defRPr>
            </a:lvl8pPr>
            <a:lvl9pPr>
              <a:defRPr sz="1650" b="1">
                <a:solidFill>
                  <a:srgbClr val="18332D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332D"/>
                </a:solidFill>
              </a:defRPr>
            </a:pPr>
            <a:r>
              <a:rPr sz="1650" b="1">
                <a:solidFill>
                  <a:srgbClr val="18332D"/>
                </a:solidFill>
              </a:rPr>
              <a:t>Data quality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0C470E-14F7-4AF0-9A8F-07608523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114925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61716B"/>
                </a:solidFill>
              </a:defRPr>
            </a:defPPr>
            <a:lvl1pPr>
              <a:defRPr sz="1425" b="0">
                <a:solidFill>
                  <a:srgbClr val="61716B"/>
                </a:solidFill>
              </a:defRPr>
            </a:lvl1pPr>
            <a:lvl2pPr>
              <a:defRPr sz="1425" b="0">
                <a:solidFill>
                  <a:srgbClr val="61716B"/>
                </a:solidFill>
              </a:defRPr>
            </a:lvl2pPr>
            <a:lvl3pPr>
              <a:defRPr sz="1425" b="0">
                <a:solidFill>
                  <a:srgbClr val="61716B"/>
                </a:solidFill>
              </a:defRPr>
            </a:lvl3pPr>
            <a:lvl4pPr>
              <a:defRPr sz="1425" b="0">
                <a:solidFill>
                  <a:srgbClr val="61716B"/>
                </a:solidFill>
              </a:defRPr>
            </a:lvl4pPr>
            <a:lvl5pPr>
              <a:defRPr sz="1425" b="0">
                <a:solidFill>
                  <a:srgbClr val="61716B"/>
                </a:solidFill>
              </a:defRPr>
            </a:lvl5pPr>
            <a:lvl6pPr>
              <a:defRPr sz="1425" b="0">
                <a:solidFill>
                  <a:srgbClr val="61716B"/>
                </a:solidFill>
              </a:defRPr>
            </a:lvl6pPr>
            <a:lvl7pPr>
              <a:defRPr sz="1425" b="0">
                <a:solidFill>
                  <a:srgbClr val="61716B"/>
                </a:solidFill>
              </a:defRPr>
            </a:lvl7pPr>
            <a:lvl8pPr>
              <a:defRPr sz="1425" b="0">
                <a:solidFill>
                  <a:srgbClr val="61716B"/>
                </a:solidFill>
              </a:defRPr>
            </a:lvl8pPr>
            <a:lvl9pPr>
              <a:defRPr sz="1425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16B"/>
                </a:solidFill>
              </a:defRPr>
            </a:pPr>
            <a:r>
              <a:rPr sz="1425" b="0">
                <a:solidFill>
                  <a:srgbClr val="61716B"/>
                </a:solidFill>
              </a:rPr>
              <a:t>Check what is missing</a:t>
            </a:r>
          </a:p>
        </p:txBody>
      </p:sp>
    </p:spTree>
    <p:extLst>
      <p:ext uri="{BB962C8B-B14F-4D97-AF65-F5344CB8AC3E}">
        <p14:creationId xmlns:p14="http://schemas.microsoft.com/office/powerpoint/2010/main" val="7334516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0930CA-CCD7-4669-A61D-91AEE235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F6B5F"/>
                </a:solidFill>
              </a:defRPr>
            </a:defPPr>
            <a:lvl1pPr>
              <a:defRPr sz="1050" b="1">
                <a:solidFill>
                  <a:srgbClr val="2F6B5F"/>
                </a:solidFill>
              </a:defRPr>
            </a:lvl1pPr>
            <a:lvl2pPr>
              <a:defRPr sz="1050" b="1">
                <a:solidFill>
                  <a:srgbClr val="2F6B5F"/>
                </a:solidFill>
              </a:defRPr>
            </a:lvl2pPr>
            <a:lvl3pPr>
              <a:defRPr sz="1050" b="1">
                <a:solidFill>
                  <a:srgbClr val="2F6B5F"/>
                </a:solidFill>
              </a:defRPr>
            </a:lvl3pPr>
            <a:lvl4pPr>
              <a:defRPr sz="1050" b="1">
                <a:solidFill>
                  <a:srgbClr val="2F6B5F"/>
                </a:solidFill>
              </a:defRPr>
            </a:lvl4pPr>
            <a:lvl5pPr>
              <a:defRPr sz="1050" b="1">
                <a:solidFill>
                  <a:srgbClr val="2F6B5F"/>
                </a:solidFill>
              </a:defRPr>
            </a:lvl5pPr>
            <a:lvl6pPr>
              <a:defRPr sz="1050" b="1">
                <a:solidFill>
                  <a:srgbClr val="2F6B5F"/>
                </a:solidFill>
              </a:defRPr>
            </a:lvl6pPr>
            <a:lvl7pPr>
              <a:defRPr sz="1050" b="1">
                <a:solidFill>
                  <a:srgbClr val="2F6B5F"/>
                </a:solidFill>
              </a:defRPr>
            </a:lvl7pPr>
            <a:lvl8pPr>
              <a:defRPr sz="1050" b="1">
                <a:solidFill>
                  <a:srgbClr val="2F6B5F"/>
                </a:solidFill>
              </a:defRPr>
            </a:lvl8pPr>
            <a:lvl9pPr>
              <a:defRPr sz="1050" b="1">
                <a:solidFill>
                  <a:srgbClr val="2F6B5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F6B5F"/>
                </a:solidFill>
              </a:defRPr>
            </a:pPr>
            <a:r>
              <a:rPr sz="1050" b="1">
                <a:solidFill>
                  <a:srgbClr val="2F6B5F"/>
                </a:solidFill>
              </a:rPr>
              <a:t>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3B00A-679D-4A97-88C3-9B7D80AE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8332D"/>
                </a:solidFill>
              </a:defRPr>
            </a:defPPr>
            <a:lvl1pPr>
              <a:defRPr sz="2700" b="1">
                <a:solidFill>
                  <a:srgbClr val="18332D"/>
                </a:solidFill>
              </a:defRPr>
            </a:lvl1pPr>
            <a:lvl2pPr>
              <a:defRPr sz="2700" b="1">
                <a:solidFill>
                  <a:srgbClr val="18332D"/>
                </a:solidFill>
              </a:defRPr>
            </a:lvl2pPr>
            <a:lvl3pPr>
              <a:defRPr sz="2700" b="1">
                <a:solidFill>
                  <a:srgbClr val="18332D"/>
                </a:solidFill>
              </a:defRPr>
            </a:lvl3pPr>
            <a:lvl4pPr>
              <a:defRPr sz="2700" b="1">
                <a:solidFill>
                  <a:srgbClr val="18332D"/>
                </a:solidFill>
              </a:defRPr>
            </a:lvl4pPr>
            <a:lvl5pPr>
              <a:defRPr sz="2700" b="1">
                <a:solidFill>
                  <a:srgbClr val="18332D"/>
                </a:solidFill>
              </a:defRPr>
            </a:lvl5pPr>
            <a:lvl6pPr>
              <a:defRPr sz="2700" b="1">
                <a:solidFill>
                  <a:srgbClr val="18332D"/>
                </a:solidFill>
              </a:defRPr>
            </a:lvl6pPr>
            <a:lvl7pPr>
              <a:defRPr sz="2700" b="1">
                <a:solidFill>
                  <a:srgbClr val="18332D"/>
                </a:solidFill>
              </a:defRPr>
            </a:lvl7pPr>
            <a:lvl8pPr>
              <a:defRPr sz="2700" b="1">
                <a:solidFill>
                  <a:srgbClr val="18332D"/>
                </a:solidFill>
              </a:defRPr>
            </a:lvl8pPr>
            <a:lvl9pPr>
              <a:defRPr sz="2700" b="1">
                <a:solidFill>
                  <a:srgbClr val="18332D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8332D"/>
                </a:solidFill>
              </a:defRPr>
            </a:pPr>
            <a:r>
              <a:rPr sz="2700" b="1">
                <a:solidFill>
                  <a:srgbClr val="18332D"/>
                </a:solidFill>
              </a:rPr>
              <a:t>The dashboard shows advert patterns, with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C1D13-90CF-4D6A-B73D-41C6A336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1716B"/>
                </a:solidFill>
              </a:defRPr>
            </a:defPPr>
            <a:lvl1pPr>
              <a:defRPr sz="900" b="0">
                <a:solidFill>
                  <a:srgbClr val="61716B"/>
                </a:solidFill>
              </a:defRPr>
            </a:lvl1pPr>
            <a:lvl2pPr>
              <a:defRPr sz="900" b="0">
                <a:solidFill>
                  <a:srgbClr val="61716B"/>
                </a:solidFill>
              </a:defRPr>
            </a:lvl2pPr>
            <a:lvl3pPr>
              <a:defRPr sz="900" b="0">
                <a:solidFill>
                  <a:srgbClr val="61716B"/>
                </a:solidFill>
              </a:defRPr>
            </a:lvl3pPr>
            <a:lvl4pPr>
              <a:defRPr sz="900" b="0">
                <a:solidFill>
                  <a:srgbClr val="61716B"/>
                </a:solidFill>
              </a:defRPr>
            </a:lvl4pPr>
            <a:lvl5pPr>
              <a:defRPr sz="900" b="0">
                <a:solidFill>
                  <a:srgbClr val="61716B"/>
                </a:solidFill>
              </a:defRPr>
            </a:lvl5pPr>
            <a:lvl6pPr>
              <a:defRPr sz="900" b="0">
                <a:solidFill>
                  <a:srgbClr val="61716B"/>
                </a:solidFill>
              </a:defRPr>
            </a:lvl6pPr>
            <a:lvl7pPr>
              <a:defRPr sz="900" b="0">
                <a:solidFill>
                  <a:srgbClr val="61716B"/>
                </a:solidFill>
              </a:defRPr>
            </a:lvl7pPr>
            <a:lvl8pPr>
              <a:defRPr sz="900" b="0">
                <a:solidFill>
                  <a:srgbClr val="61716B"/>
                </a:solidFill>
              </a:defRPr>
            </a:lvl8pPr>
            <a:lvl9pPr>
              <a:defRPr sz="900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1716B"/>
                </a:solidFill>
              </a:defRPr>
            </a:pPr>
            <a:r>
              <a:rPr sz="900" b="0">
                <a:solidFill>
                  <a:srgbClr val="61716B"/>
                </a:solidFill>
              </a:rPr>
              <a:t>SINGAPORE JOBS EXPLORER ·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2D64B-3699-4A25-8DFF-1857E191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314325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19E49-E6C1-4CB9-887E-D0D3562B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9825"/>
            <a:ext cx="2724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61716B"/>
                </a:solidFill>
              </a:defRPr>
            </a:defPPr>
            <a:lvl1pPr>
              <a:defRPr sz="975" b="1">
                <a:solidFill>
                  <a:srgbClr val="61716B"/>
                </a:solidFill>
              </a:defRPr>
            </a:lvl1pPr>
            <a:lvl2pPr>
              <a:defRPr sz="975" b="1">
                <a:solidFill>
                  <a:srgbClr val="61716B"/>
                </a:solidFill>
              </a:defRPr>
            </a:lvl2pPr>
            <a:lvl3pPr>
              <a:defRPr sz="975" b="1">
                <a:solidFill>
                  <a:srgbClr val="61716B"/>
                </a:solidFill>
              </a:defRPr>
            </a:lvl3pPr>
            <a:lvl4pPr>
              <a:defRPr sz="975" b="1">
                <a:solidFill>
                  <a:srgbClr val="61716B"/>
                </a:solidFill>
              </a:defRPr>
            </a:lvl4pPr>
            <a:lvl5pPr>
              <a:defRPr sz="975" b="1">
                <a:solidFill>
                  <a:srgbClr val="61716B"/>
                </a:solidFill>
              </a:defRPr>
            </a:lvl5pPr>
            <a:lvl6pPr>
              <a:defRPr sz="975" b="1">
                <a:solidFill>
                  <a:srgbClr val="61716B"/>
                </a:solidFill>
              </a:defRPr>
            </a:lvl6pPr>
            <a:lvl7pPr>
              <a:defRPr sz="975" b="1">
                <a:solidFill>
                  <a:srgbClr val="61716B"/>
                </a:solidFill>
              </a:defRPr>
            </a:lvl7pPr>
            <a:lvl8pPr>
              <a:defRPr sz="975" b="1">
                <a:solidFill>
                  <a:srgbClr val="61716B"/>
                </a:solidFill>
              </a:defRPr>
            </a:lvl8pPr>
            <a:lvl9pPr>
              <a:defRPr sz="975" b="1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1716B"/>
                </a:solidFill>
              </a:defRPr>
            </a:pPr>
            <a:r>
              <a:rPr sz="975" b="1">
                <a:solidFill>
                  <a:srgbClr val="61716B"/>
                </a:solidFill>
              </a:rPr>
              <a:t>NOT HIRING OUTCOMES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2D54E-B3DE-4A17-9E01-05E855DC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52725"/>
            <a:ext cx="2724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2F6B5F"/>
                </a:solidFill>
              </a:defRPr>
            </a:defPPr>
            <a:lvl1pPr>
              <a:defRPr sz="2400" b="1">
                <a:solidFill>
                  <a:srgbClr val="2F6B5F"/>
                </a:solidFill>
              </a:defRPr>
            </a:lvl1pPr>
            <a:lvl2pPr>
              <a:defRPr sz="2400" b="1">
                <a:solidFill>
                  <a:srgbClr val="2F6B5F"/>
                </a:solidFill>
              </a:defRPr>
            </a:lvl2pPr>
            <a:lvl3pPr>
              <a:defRPr sz="2400" b="1">
                <a:solidFill>
                  <a:srgbClr val="2F6B5F"/>
                </a:solidFill>
              </a:defRPr>
            </a:lvl3pPr>
            <a:lvl4pPr>
              <a:defRPr sz="2400" b="1">
                <a:solidFill>
                  <a:srgbClr val="2F6B5F"/>
                </a:solidFill>
              </a:defRPr>
            </a:lvl4pPr>
            <a:lvl5pPr>
              <a:defRPr sz="2400" b="1">
                <a:solidFill>
                  <a:srgbClr val="2F6B5F"/>
                </a:solidFill>
              </a:defRPr>
            </a:lvl5pPr>
            <a:lvl6pPr>
              <a:defRPr sz="2400" b="1">
                <a:solidFill>
                  <a:srgbClr val="2F6B5F"/>
                </a:solidFill>
              </a:defRPr>
            </a:lvl6pPr>
            <a:lvl7pPr>
              <a:defRPr sz="2400" b="1">
                <a:solidFill>
                  <a:srgbClr val="2F6B5F"/>
                </a:solidFill>
              </a:defRPr>
            </a:lvl7pPr>
            <a:lvl8pPr>
              <a:defRPr sz="2400" b="1">
                <a:solidFill>
                  <a:srgbClr val="2F6B5F"/>
                </a:solidFill>
              </a:defRPr>
            </a:lvl8pPr>
            <a:lvl9pPr>
              <a:defRPr sz="2400" b="1">
                <a:solidFill>
                  <a:srgbClr val="2F6B5F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F6B5F"/>
                </a:solidFill>
              </a:defRPr>
            </a:pPr>
            <a:r>
              <a:rPr sz="2400" b="1">
                <a:solidFill>
                  <a:srgbClr val="2F6B5F"/>
                </a:solidFill>
              </a:rPr>
              <a:t>Adverts ≠ hires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667E7-4D88-4FC5-B20E-8E7C8164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1716B"/>
                </a:solidFill>
              </a:defRPr>
            </a:defPPr>
            <a:lvl1pPr>
              <a:defRPr sz="1275" b="0">
                <a:solidFill>
                  <a:srgbClr val="61716B"/>
                </a:solidFill>
              </a:defRPr>
            </a:lvl1pPr>
            <a:lvl2pPr>
              <a:defRPr sz="1275" b="0">
                <a:solidFill>
                  <a:srgbClr val="61716B"/>
                </a:solidFill>
              </a:defRPr>
            </a:lvl2pPr>
            <a:lvl3pPr>
              <a:defRPr sz="1275" b="0">
                <a:solidFill>
                  <a:srgbClr val="61716B"/>
                </a:solidFill>
              </a:defRPr>
            </a:lvl3pPr>
            <a:lvl4pPr>
              <a:defRPr sz="1275" b="0">
                <a:solidFill>
                  <a:srgbClr val="61716B"/>
                </a:solidFill>
              </a:defRPr>
            </a:lvl4pPr>
            <a:lvl5pPr>
              <a:defRPr sz="1275" b="0">
                <a:solidFill>
                  <a:srgbClr val="61716B"/>
                </a:solidFill>
              </a:defRPr>
            </a:lvl5pPr>
            <a:lvl6pPr>
              <a:defRPr sz="1275" b="0">
                <a:solidFill>
                  <a:srgbClr val="61716B"/>
                </a:solidFill>
              </a:defRPr>
            </a:lvl6pPr>
            <a:lvl7pPr>
              <a:defRPr sz="1275" b="0">
                <a:solidFill>
                  <a:srgbClr val="61716B"/>
                </a:solidFill>
              </a:defRPr>
            </a:lvl7pPr>
            <a:lvl8pPr>
              <a:defRPr sz="1275" b="0">
                <a:solidFill>
                  <a:srgbClr val="61716B"/>
                </a:solidFill>
              </a:defRPr>
            </a:lvl8pPr>
            <a:lvl9pPr>
              <a:defRPr sz="1275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6B"/>
                </a:solidFill>
              </a:defRPr>
            </a:pPr>
            <a:r>
              <a:rPr sz="1275" b="0">
                <a:solidFill>
                  <a:srgbClr val="61716B"/>
                </a:solidFill>
              </a:rPr>
              <a:t>Does not show who was hired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98741-D26D-4581-9D59-36A51B2B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38375"/>
            <a:ext cx="314325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84E68-EFC0-4AC6-9E58-20244474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09825"/>
            <a:ext cx="2724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61716B"/>
                </a:solidFill>
              </a:defRPr>
            </a:defPPr>
            <a:lvl1pPr>
              <a:defRPr sz="975" b="1">
                <a:solidFill>
                  <a:srgbClr val="61716B"/>
                </a:solidFill>
              </a:defRPr>
            </a:lvl1pPr>
            <a:lvl2pPr>
              <a:defRPr sz="975" b="1">
                <a:solidFill>
                  <a:srgbClr val="61716B"/>
                </a:solidFill>
              </a:defRPr>
            </a:lvl2pPr>
            <a:lvl3pPr>
              <a:defRPr sz="975" b="1">
                <a:solidFill>
                  <a:srgbClr val="61716B"/>
                </a:solidFill>
              </a:defRPr>
            </a:lvl3pPr>
            <a:lvl4pPr>
              <a:defRPr sz="975" b="1">
                <a:solidFill>
                  <a:srgbClr val="61716B"/>
                </a:solidFill>
              </a:defRPr>
            </a:lvl4pPr>
            <a:lvl5pPr>
              <a:defRPr sz="975" b="1">
                <a:solidFill>
                  <a:srgbClr val="61716B"/>
                </a:solidFill>
              </a:defRPr>
            </a:lvl5pPr>
            <a:lvl6pPr>
              <a:defRPr sz="975" b="1">
                <a:solidFill>
                  <a:srgbClr val="61716B"/>
                </a:solidFill>
              </a:defRPr>
            </a:lvl6pPr>
            <a:lvl7pPr>
              <a:defRPr sz="975" b="1">
                <a:solidFill>
                  <a:srgbClr val="61716B"/>
                </a:solidFill>
              </a:defRPr>
            </a:lvl7pPr>
            <a:lvl8pPr>
              <a:defRPr sz="975" b="1">
                <a:solidFill>
                  <a:srgbClr val="61716B"/>
                </a:solidFill>
              </a:defRPr>
            </a:lvl8pPr>
            <a:lvl9pPr>
              <a:defRPr sz="975" b="1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1716B"/>
                </a:solidFill>
              </a:defRPr>
            </a:pPr>
            <a:r>
              <a:rPr sz="975" b="1">
                <a:solidFill>
                  <a:srgbClr val="61716B"/>
                </a:solidFill>
              </a:rPr>
              <a:t>NOT CAUSAL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AAB66-7D1D-4BE6-B33F-FB687905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52725"/>
            <a:ext cx="2724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D18B47"/>
                </a:solidFill>
              </a:defRPr>
            </a:defPPr>
            <a:lvl1pPr>
              <a:defRPr sz="2400" b="1">
                <a:solidFill>
                  <a:srgbClr val="D18B47"/>
                </a:solidFill>
              </a:defRPr>
            </a:lvl1pPr>
            <a:lvl2pPr>
              <a:defRPr sz="2400" b="1">
                <a:solidFill>
                  <a:srgbClr val="D18B47"/>
                </a:solidFill>
              </a:defRPr>
            </a:lvl2pPr>
            <a:lvl3pPr>
              <a:defRPr sz="2400" b="1">
                <a:solidFill>
                  <a:srgbClr val="D18B47"/>
                </a:solidFill>
              </a:defRPr>
            </a:lvl3pPr>
            <a:lvl4pPr>
              <a:defRPr sz="2400" b="1">
                <a:solidFill>
                  <a:srgbClr val="D18B47"/>
                </a:solidFill>
              </a:defRPr>
            </a:lvl4pPr>
            <a:lvl5pPr>
              <a:defRPr sz="2400" b="1">
                <a:solidFill>
                  <a:srgbClr val="D18B47"/>
                </a:solidFill>
              </a:defRPr>
            </a:lvl5pPr>
            <a:lvl6pPr>
              <a:defRPr sz="2400" b="1">
                <a:solidFill>
                  <a:srgbClr val="D18B47"/>
                </a:solidFill>
              </a:defRPr>
            </a:lvl6pPr>
            <a:lvl7pPr>
              <a:defRPr sz="2400" b="1">
                <a:solidFill>
                  <a:srgbClr val="D18B47"/>
                </a:solidFill>
              </a:defRPr>
            </a:lvl7pPr>
            <a:lvl8pPr>
              <a:defRPr sz="2400" b="1">
                <a:solidFill>
                  <a:srgbClr val="D18B47"/>
                </a:solidFill>
              </a:defRPr>
            </a:lvl8pPr>
            <a:lvl9pPr>
              <a:defRPr sz="2400" b="1">
                <a:solidFill>
                  <a:srgbClr val="D18B47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D18B47"/>
                </a:solidFill>
              </a:defRPr>
            </a:pPr>
            <a:r>
              <a:rPr sz="2400" b="1">
                <a:solidFill>
                  <a:srgbClr val="D18B47"/>
                </a:solidFill>
              </a:rPr>
              <a:t>Keywords ≠ skill effect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B002B-D825-48B3-A22E-161EEE32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1716B"/>
                </a:solidFill>
              </a:defRPr>
            </a:defPPr>
            <a:lvl1pPr>
              <a:defRPr sz="1275" b="0">
                <a:solidFill>
                  <a:srgbClr val="61716B"/>
                </a:solidFill>
              </a:defRPr>
            </a:lvl1pPr>
            <a:lvl2pPr>
              <a:defRPr sz="1275" b="0">
                <a:solidFill>
                  <a:srgbClr val="61716B"/>
                </a:solidFill>
              </a:defRPr>
            </a:lvl2pPr>
            <a:lvl3pPr>
              <a:defRPr sz="1275" b="0">
                <a:solidFill>
                  <a:srgbClr val="61716B"/>
                </a:solidFill>
              </a:defRPr>
            </a:lvl3pPr>
            <a:lvl4pPr>
              <a:defRPr sz="1275" b="0">
                <a:solidFill>
                  <a:srgbClr val="61716B"/>
                </a:solidFill>
              </a:defRPr>
            </a:lvl4pPr>
            <a:lvl5pPr>
              <a:defRPr sz="1275" b="0">
                <a:solidFill>
                  <a:srgbClr val="61716B"/>
                </a:solidFill>
              </a:defRPr>
            </a:lvl5pPr>
            <a:lvl6pPr>
              <a:defRPr sz="1275" b="0">
                <a:solidFill>
                  <a:srgbClr val="61716B"/>
                </a:solidFill>
              </a:defRPr>
            </a:lvl6pPr>
            <a:lvl7pPr>
              <a:defRPr sz="1275" b="0">
                <a:solidFill>
                  <a:srgbClr val="61716B"/>
                </a:solidFill>
              </a:defRPr>
            </a:lvl7pPr>
            <a:lvl8pPr>
              <a:defRPr sz="1275" b="0">
                <a:solidFill>
                  <a:srgbClr val="61716B"/>
                </a:solidFill>
              </a:defRPr>
            </a:lvl8pPr>
            <a:lvl9pPr>
              <a:defRPr sz="1275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6B"/>
                </a:solidFill>
              </a:defRPr>
            </a:pPr>
            <a:r>
              <a:rPr sz="1275" b="0">
                <a:solidFill>
                  <a:srgbClr val="61716B"/>
                </a:solidFill>
              </a:rPr>
              <a:t>Association does not prove learning raises pay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AC8C6-D66B-4BD9-B51D-650F8594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38375"/>
            <a:ext cx="314325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0B367-216C-4831-946C-8D02BFE3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09825"/>
            <a:ext cx="2724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61716B"/>
                </a:solidFill>
              </a:defRPr>
            </a:defPPr>
            <a:lvl1pPr>
              <a:defRPr sz="975" b="1">
                <a:solidFill>
                  <a:srgbClr val="61716B"/>
                </a:solidFill>
              </a:defRPr>
            </a:lvl1pPr>
            <a:lvl2pPr>
              <a:defRPr sz="975" b="1">
                <a:solidFill>
                  <a:srgbClr val="61716B"/>
                </a:solidFill>
              </a:defRPr>
            </a:lvl2pPr>
            <a:lvl3pPr>
              <a:defRPr sz="975" b="1">
                <a:solidFill>
                  <a:srgbClr val="61716B"/>
                </a:solidFill>
              </a:defRPr>
            </a:lvl3pPr>
            <a:lvl4pPr>
              <a:defRPr sz="975" b="1">
                <a:solidFill>
                  <a:srgbClr val="61716B"/>
                </a:solidFill>
              </a:defRPr>
            </a:lvl4pPr>
            <a:lvl5pPr>
              <a:defRPr sz="975" b="1">
                <a:solidFill>
                  <a:srgbClr val="61716B"/>
                </a:solidFill>
              </a:defRPr>
            </a:lvl5pPr>
            <a:lvl6pPr>
              <a:defRPr sz="975" b="1">
                <a:solidFill>
                  <a:srgbClr val="61716B"/>
                </a:solidFill>
              </a:defRPr>
            </a:lvl6pPr>
            <a:lvl7pPr>
              <a:defRPr sz="975" b="1">
                <a:solidFill>
                  <a:srgbClr val="61716B"/>
                </a:solidFill>
              </a:defRPr>
            </a:lvl7pPr>
            <a:lvl8pPr>
              <a:defRPr sz="975" b="1">
                <a:solidFill>
                  <a:srgbClr val="61716B"/>
                </a:solidFill>
              </a:defRPr>
            </a:lvl8pPr>
            <a:lvl9pPr>
              <a:defRPr sz="975" b="1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1716B"/>
                </a:solidFill>
              </a:defRPr>
            </a:pPr>
            <a:r>
              <a:rPr sz="975" b="1">
                <a:solidFill>
                  <a:srgbClr val="61716B"/>
                </a:solidFill>
              </a:rPr>
              <a:t>TIME SERIES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978ED3-B067-4EC4-BB7B-EF886D89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52725"/>
            <a:ext cx="2724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2F6B5F"/>
                </a:solidFill>
              </a:defRPr>
            </a:defPPr>
            <a:lvl1pPr>
              <a:defRPr sz="2400" b="1">
                <a:solidFill>
                  <a:srgbClr val="2F6B5F"/>
                </a:solidFill>
              </a:defRPr>
            </a:lvl1pPr>
            <a:lvl2pPr>
              <a:defRPr sz="2400" b="1">
                <a:solidFill>
                  <a:srgbClr val="2F6B5F"/>
                </a:solidFill>
              </a:defRPr>
            </a:lvl2pPr>
            <a:lvl3pPr>
              <a:defRPr sz="2400" b="1">
                <a:solidFill>
                  <a:srgbClr val="2F6B5F"/>
                </a:solidFill>
              </a:defRPr>
            </a:lvl3pPr>
            <a:lvl4pPr>
              <a:defRPr sz="2400" b="1">
                <a:solidFill>
                  <a:srgbClr val="2F6B5F"/>
                </a:solidFill>
              </a:defRPr>
            </a:lvl4pPr>
            <a:lvl5pPr>
              <a:defRPr sz="2400" b="1">
                <a:solidFill>
                  <a:srgbClr val="2F6B5F"/>
                </a:solidFill>
              </a:defRPr>
            </a:lvl5pPr>
            <a:lvl6pPr>
              <a:defRPr sz="2400" b="1">
                <a:solidFill>
                  <a:srgbClr val="2F6B5F"/>
                </a:solidFill>
              </a:defRPr>
            </a:lvl6pPr>
            <a:lvl7pPr>
              <a:defRPr sz="2400" b="1">
                <a:solidFill>
                  <a:srgbClr val="2F6B5F"/>
                </a:solidFill>
              </a:defRPr>
            </a:lvl7pPr>
            <a:lvl8pPr>
              <a:defRPr sz="2400" b="1">
                <a:solidFill>
                  <a:srgbClr val="2F6B5F"/>
                </a:solidFill>
              </a:defRPr>
            </a:lvl8pPr>
            <a:lvl9pPr>
              <a:defRPr sz="2400" b="1">
                <a:solidFill>
                  <a:srgbClr val="2F6B5F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F6B5F"/>
                </a:solidFill>
              </a:defRPr>
            </a:pPr>
            <a:r>
              <a:rPr sz="2400" b="1">
                <a:solidFill>
                  <a:srgbClr val="2F6B5F"/>
                </a:solidFill>
              </a:rPr>
              <a:t>From May 2023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A0B03C-5DA9-44EF-9315-BC269B96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1716B"/>
                </a:solidFill>
              </a:defRPr>
            </a:defPPr>
            <a:lvl1pPr>
              <a:defRPr sz="1275" b="0">
                <a:solidFill>
                  <a:srgbClr val="61716B"/>
                </a:solidFill>
              </a:defRPr>
            </a:lvl1pPr>
            <a:lvl2pPr>
              <a:defRPr sz="1275" b="0">
                <a:solidFill>
                  <a:srgbClr val="61716B"/>
                </a:solidFill>
              </a:defRPr>
            </a:lvl2pPr>
            <a:lvl3pPr>
              <a:defRPr sz="1275" b="0">
                <a:solidFill>
                  <a:srgbClr val="61716B"/>
                </a:solidFill>
              </a:defRPr>
            </a:lvl3pPr>
            <a:lvl4pPr>
              <a:defRPr sz="1275" b="0">
                <a:solidFill>
                  <a:srgbClr val="61716B"/>
                </a:solidFill>
              </a:defRPr>
            </a:lvl4pPr>
            <a:lvl5pPr>
              <a:defRPr sz="1275" b="0">
                <a:solidFill>
                  <a:srgbClr val="61716B"/>
                </a:solidFill>
              </a:defRPr>
            </a:lvl5pPr>
            <a:lvl6pPr>
              <a:defRPr sz="1275" b="0">
                <a:solidFill>
                  <a:srgbClr val="61716B"/>
                </a:solidFill>
              </a:defRPr>
            </a:lvl6pPr>
            <a:lvl7pPr>
              <a:defRPr sz="1275" b="0">
                <a:solidFill>
                  <a:srgbClr val="61716B"/>
                </a:solidFill>
              </a:defRPr>
            </a:lvl7pPr>
            <a:lvl8pPr>
              <a:defRPr sz="1275" b="0">
                <a:solidFill>
                  <a:srgbClr val="61716B"/>
                </a:solidFill>
              </a:defRPr>
            </a:lvl8pPr>
            <a:lvl9pPr>
              <a:defRPr sz="1275" b="0">
                <a:solidFill>
                  <a:srgbClr val="61716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6B"/>
                </a:solidFill>
              </a:defRPr>
            </a:pPr>
            <a:r>
              <a:rPr sz="1275" b="0">
                <a:solidFill>
                  <a:srgbClr val="61716B"/>
                </a:solidFill>
              </a:rPr>
              <a:t>Earlier collection differs; later decline unexplained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F2C2EC-1B5E-4CCA-B7CD-2D8ABE76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8332D"/>
                </a:solidFill>
              </a:defRPr>
            </a:defPPr>
            <a:lvl1pPr>
              <a:defRPr sz="1575" b="1">
                <a:solidFill>
                  <a:srgbClr val="18332D"/>
                </a:solidFill>
              </a:defRPr>
            </a:lvl1pPr>
            <a:lvl2pPr>
              <a:defRPr sz="1575" b="1">
                <a:solidFill>
                  <a:srgbClr val="18332D"/>
                </a:solidFill>
              </a:defRPr>
            </a:lvl2pPr>
            <a:lvl3pPr>
              <a:defRPr sz="1575" b="1">
                <a:solidFill>
                  <a:srgbClr val="18332D"/>
                </a:solidFill>
              </a:defRPr>
            </a:lvl3pPr>
            <a:lvl4pPr>
              <a:defRPr sz="1575" b="1">
                <a:solidFill>
                  <a:srgbClr val="18332D"/>
                </a:solidFill>
              </a:defRPr>
            </a:lvl4pPr>
            <a:lvl5pPr>
              <a:defRPr sz="1575" b="1">
                <a:solidFill>
                  <a:srgbClr val="18332D"/>
                </a:solidFill>
              </a:defRPr>
            </a:lvl5pPr>
            <a:lvl6pPr>
              <a:defRPr sz="1575" b="1">
                <a:solidFill>
                  <a:srgbClr val="18332D"/>
                </a:solidFill>
              </a:defRPr>
            </a:lvl6pPr>
            <a:lvl7pPr>
              <a:defRPr sz="1575" b="1">
                <a:solidFill>
                  <a:srgbClr val="18332D"/>
                </a:solidFill>
              </a:defRPr>
            </a:lvl7pPr>
            <a:lvl8pPr>
              <a:defRPr sz="1575" b="1">
                <a:solidFill>
                  <a:srgbClr val="18332D"/>
                </a:solidFill>
              </a:defRPr>
            </a:lvl8pPr>
            <a:lvl9pPr>
              <a:defRPr sz="1575" b="1">
                <a:solidFill>
                  <a:srgbClr val="18332D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8332D"/>
                </a:solidFill>
              </a:defRPr>
            </a:pPr>
            <a:r>
              <a:rPr sz="1575" b="1">
                <a:solidFill>
                  <a:srgbClr val="18332D"/>
                </a:solidFill>
              </a:rPr>
              <a:t>Salary summaries use plausible listed values. Category counts overlap.</a:t>
            </a:r>
          </a:p>
        </p:txBody>
      </p:sp>
    </p:spTree>
    <p:extLst>
      <p:ext uri="{BB962C8B-B14F-4D97-AF65-F5344CB8AC3E}">
        <p14:creationId xmlns:p14="http://schemas.microsoft.com/office/powerpoint/2010/main" val="15644674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833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BCB22-F4BC-42A8-8819-97BEFFFB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A9C9BA"/>
                </a:solidFill>
              </a:defRPr>
            </a:defPPr>
            <a:lvl1pPr>
              <a:defRPr sz="1050" b="1">
                <a:solidFill>
                  <a:srgbClr val="A9C9BA"/>
                </a:solidFill>
              </a:defRPr>
            </a:lvl1pPr>
            <a:lvl2pPr>
              <a:defRPr sz="1050" b="1">
                <a:solidFill>
                  <a:srgbClr val="A9C9BA"/>
                </a:solidFill>
              </a:defRPr>
            </a:lvl2pPr>
            <a:lvl3pPr>
              <a:defRPr sz="1050" b="1">
                <a:solidFill>
                  <a:srgbClr val="A9C9BA"/>
                </a:solidFill>
              </a:defRPr>
            </a:lvl3pPr>
            <a:lvl4pPr>
              <a:defRPr sz="1050" b="1">
                <a:solidFill>
                  <a:srgbClr val="A9C9BA"/>
                </a:solidFill>
              </a:defRPr>
            </a:lvl4pPr>
            <a:lvl5pPr>
              <a:defRPr sz="1050" b="1">
                <a:solidFill>
                  <a:srgbClr val="A9C9BA"/>
                </a:solidFill>
              </a:defRPr>
            </a:lvl5pPr>
            <a:lvl6pPr>
              <a:defRPr sz="1050" b="1">
                <a:solidFill>
                  <a:srgbClr val="A9C9BA"/>
                </a:solidFill>
              </a:defRPr>
            </a:lvl6pPr>
            <a:lvl7pPr>
              <a:defRPr sz="1050" b="1">
                <a:solidFill>
                  <a:srgbClr val="A9C9BA"/>
                </a:solidFill>
              </a:defRPr>
            </a:lvl7pPr>
            <a:lvl8pPr>
              <a:defRPr sz="1050" b="1">
                <a:solidFill>
                  <a:srgbClr val="A9C9BA"/>
                </a:solidFill>
              </a:defRPr>
            </a:lvl8pPr>
            <a:lvl9pPr>
              <a:defRPr sz="1050" b="1">
                <a:solidFill>
                  <a:srgbClr val="A9C9BA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9C9BA"/>
                </a:solidFill>
              </a:defRPr>
            </a:pPr>
            <a:r>
              <a:rPr sz="1050" b="1">
                <a:solidFill>
                  <a:srgbClr val="A9C9BA"/>
                </a:solidFill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F7862-59CC-41E6-82F8-8D1FB05F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FFFFFF"/>
                </a:solidFill>
              </a:defRPr>
            </a:defPPr>
            <a:lvl1pPr>
              <a:defRPr sz="2700" b="1">
                <a:solidFill>
                  <a:srgbClr val="FFFFFF"/>
                </a:solidFill>
              </a:defRPr>
            </a:lvl1pPr>
            <a:lvl2pPr>
              <a:defRPr sz="2700" b="1">
                <a:solidFill>
                  <a:srgbClr val="FFFFFF"/>
                </a:solidFill>
              </a:defRPr>
            </a:lvl2pPr>
            <a:lvl3pPr>
              <a:defRPr sz="2700" b="1">
                <a:solidFill>
                  <a:srgbClr val="FFFFFF"/>
                </a:solidFill>
              </a:defRPr>
            </a:lvl3pPr>
            <a:lvl4pPr>
              <a:defRPr sz="2700" b="1">
                <a:solidFill>
                  <a:srgbClr val="FFFFFF"/>
                </a:solidFill>
              </a:defRPr>
            </a:lvl4pPr>
            <a:lvl5pPr>
              <a:defRPr sz="2700" b="1">
                <a:solidFill>
                  <a:srgbClr val="FFFFFF"/>
                </a:solidFill>
              </a:defRPr>
            </a:lvl5pPr>
            <a:lvl6pPr>
              <a:defRPr sz="2700" b="1">
                <a:solidFill>
                  <a:srgbClr val="FFFFFF"/>
                </a:solidFill>
              </a:defRPr>
            </a:lvl6pPr>
            <a:lvl7pPr>
              <a:defRPr sz="2700" b="1">
                <a:solidFill>
                  <a:srgbClr val="FFFFFF"/>
                </a:solidFill>
              </a:defRPr>
            </a:lvl7pPr>
            <a:lvl8pPr>
              <a:defRPr sz="2700" b="1">
                <a:solidFill>
                  <a:srgbClr val="FFFFFF"/>
                </a:solidFill>
              </a:defRPr>
            </a:lvl8pPr>
            <a:lvl9pPr>
              <a:defRPr sz="27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 starting point for a better career conversation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ADA62-9409-47DD-BF66-D5E2CCB0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A9C9BA"/>
                </a:solidFill>
              </a:defRPr>
            </a:defPPr>
            <a:lvl1pPr>
              <a:defRPr sz="900" b="0">
                <a:solidFill>
                  <a:srgbClr val="A9C9BA"/>
                </a:solidFill>
              </a:defRPr>
            </a:lvl1pPr>
            <a:lvl2pPr>
              <a:defRPr sz="900" b="0">
                <a:solidFill>
                  <a:srgbClr val="A9C9BA"/>
                </a:solidFill>
              </a:defRPr>
            </a:lvl2pPr>
            <a:lvl3pPr>
              <a:defRPr sz="900" b="0">
                <a:solidFill>
                  <a:srgbClr val="A9C9BA"/>
                </a:solidFill>
              </a:defRPr>
            </a:lvl3pPr>
            <a:lvl4pPr>
              <a:defRPr sz="900" b="0">
                <a:solidFill>
                  <a:srgbClr val="A9C9BA"/>
                </a:solidFill>
              </a:defRPr>
            </a:lvl4pPr>
            <a:lvl5pPr>
              <a:defRPr sz="900" b="0">
                <a:solidFill>
                  <a:srgbClr val="A9C9BA"/>
                </a:solidFill>
              </a:defRPr>
            </a:lvl5pPr>
            <a:lvl6pPr>
              <a:defRPr sz="900" b="0">
                <a:solidFill>
                  <a:srgbClr val="A9C9BA"/>
                </a:solidFill>
              </a:defRPr>
            </a:lvl6pPr>
            <a:lvl7pPr>
              <a:defRPr sz="900" b="0">
                <a:solidFill>
                  <a:srgbClr val="A9C9BA"/>
                </a:solidFill>
              </a:defRPr>
            </a:lvl7pPr>
            <a:lvl8pPr>
              <a:defRPr sz="900" b="0">
                <a:solidFill>
                  <a:srgbClr val="A9C9BA"/>
                </a:solidFill>
              </a:defRPr>
            </a:lvl8pPr>
            <a:lvl9pPr>
              <a:defRPr sz="900" b="0">
                <a:solidFill>
                  <a:srgbClr val="A9C9BA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A9C9BA"/>
                </a:solidFill>
              </a:defRPr>
            </a:pPr>
            <a:r>
              <a:rPr sz="900" b="0">
                <a:solidFill>
                  <a:srgbClr val="A9C9BA"/>
                </a:solidFill>
              </a:rPr>
              <a:t>SINGAPORE JOBS EXPLORER ·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7D97D-1F99-47B6-97C2-050569CF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04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FFFFFF"/>
                </a:solidFill>
              </a:defRPr>
            </a:defPPr>
            <a:lvl1pPr>
              <a:defRPr sz="2700" b="1">
                <a:solidFill>
                  <a:srgbClr val="FFFFFF"/>
                </a:solidFill>
              </a:defRPr>
            </a:lvl1pPr>
            <a:lvl2pPr>
              <a:defRPr sz="2700" b="1">
                <a:solidFill>
                  <a:srgbClr val="FFFFFF"/>
                </a:solidFill>
              </a:defRPr>
            </a:lvl2pPr>
            <a:lvl3pPr>
              <a:defRPr sz="2700" b="1">
                <a:solidFill>
                  <a:srgbClr val="FFFFFF"/>
                </a:solidFill>
              </a:defRPr>
            </a:lvl3pPr>
            <a:lvl4pPr>
              <a:defRPr sz="2700" b="1">
                <a:solidFill>
                  <a:srgbClr val="FFFFFF"/>
                </a:solidFill>
              </a:defRPr>
            </a:lvl4pPr>
            <a:lvl5pPr>
              <a:defRPr sz="2700" b="1">
                <a:solidFill>
                  <a:srgbClr val="FFFFFF"/>
                </a:solidFill>
              </a:defRPr>
            </a:lvl5pPr>
            <a:lvl6pPr>
              <a:defRPr sz="2700" b="1">
                <a:solidFill>
                  <a:srgbClr val="FFFFFF"/>
                </a:solidFill>
              </a:defRPr>
            </a:lvl6pPr>
            <a:lvl7pPr>
              <a:defRPr sz="2700" b="1">
                <a:solidFill>
                  <a:srgbClr val="FFFFFF"/>
                </a:solidFill>
              </a:defRPr>
            </a:lvl7pPr>
            <a:lvl8pPr>
              <a:defRPr sz="2700" b="1">
                <a:solidFill>
                  <a:srgbClr val="FFFFFF"/>
                </a:solidFill>
              </a:defRPr>
            </a:lvl8pPr>
            <a:lvl9pPr>
              <a:defRPr sz="27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Use the dashboard to decide what to ask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76652-558A-467B-9C5C-936C7A36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A9C9BA"/>
                </a:solidFill>
              </a:defRPr>
            </a:defPPr>
            <a:lvl1pPr>
              <a:defRPr sz="1725" b="0">
                <a:solidFill>
                  <a:srgbClr val="A9C9BA"/>
                </a:solidFill>
              </a:defRPr>
            </a:lvl1pPr>
            <a:lvl2pPr>
              <a:defRPr sz="1725" b="0">
                <a:solidFill>
                  <a:srgbClr val="A9C9BA"/>
                </a:solidFill>
              </a:defRPr>
            </a:lvl2pPr>
            <a:lvl3pPr>
              <a:defRPr sz="1725" b="0">
                <a:solidFill>
                  <a:srgbClr val="A9C9BA"/>
                </a:solidFill>
              </a:defRPr>
            </a:lvl3pPr>
            <a:lvl4pPr>
              <a:defRPr sz="1725" b="0">
                <a:solidFill>
                  <a:srgbClr val="A9C9BA"/>
                </a:solidFill>
              </a:defRPr>
            </a:lvl4pPr>
            <a:lvl5pPr>
              <a:defRPr sz="1725" b="0">
                <a:solidFill>
                  <a:srgbClr val="A9C9BA"/>
                </a:solidFill>
              </a:defRPr>
            </a:lvl5pPr>
            <a:lvl6pPr>
              <a:defRPr sz="1725" b="0">
                <a:solidFill>
                  <a:srgbClr val="A9C9BA"/>
                </a:solidFill>
              </a:defRPr>
            </a:lvl6pPr>
            <a:lvl7pPr>
              <a:defRPr sz="1725" b="0">
                <a:solidFill>
                  <a:srgbClr val="A9C9BA"/>
                </a:solidFill>
              </a:defRPr>
            </a:lvl7pPr>
            <a:lvl8pPr>
              <a:defRPr sz="1725" b="0">
                <a:solidFill>
                  <a:srgbClr val="A9C9BA"/>
                </a:solidFill>
              </a:defRPr>
            </a:lvl8pPr>
            <a:lvl9pPr>
              <a:defRPr sz="1725" b="0">
                <a:solidFill>
                  <a:srgbClr val="A9C9B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9C9BA"/>
                </a:solidFill>
              </a:defRPr>
            </a:pPr>
            <a:r>
              <a:rPr sz="1725" b="0">
                <a:solidFill>
                  <a:srgbClr val="A9C9BA"/>
                </a:solidFill>
              </a:rPr>
              <a:t>Compare roles · check listed pay · explore competition · confirm with current sources and people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FA6DA-1CE9-45DA-86AB-3E25C837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FFFFFF"/>
                </a:solidFill>
              </a:defRPr>
            </a:defPPr>
            <a:lvl1pPr>
              <a:defRPr sz="1500" b="0">
                <a:solidFill>
                  <a:srgbClr val="FFFFFF"/>
                </a:solidFill>
              </a:defRPr>
            </a:lvl1pPr>
            <a:lvl2pPr>
              <a:defRPr sz="1500" b="0">
                <a:solidFill>
                  <a:srgbClr val="FFFFFF"/>
                </a:solidFill>
              </a:defRPr>
            </a:lvl2pPr>
            <a:lvl3pPr>
              <a:defRPr sz="1500" b="0">
                <a:solidFill>
                  <a:srgbClr val="FFFFFF"/>
                </a:solidFill>
              </a:defRPr>
            </a:lvl3pPr>
            <a:lvl4pPr>
              <a:defRPr sz="1500" b="0">
                <a:solidFill>
                  <a:srgbClr val="FFFFFF"/>
                </a:solidFill>
              </a:defRPr>
            </a:lvl4pPr>
            <a:lvl5pPr>
              <a:defRPr sz="1500" b="0">
                <a:solidFill>
                  <a:srgbClr val="FFFFFF"/>
                </a:solidFill>
              </a:defRPr>
            </a:lvl5pPr>
            <a:lvl6pPr>
              <a:defRPr sz="1500" b="0">
                <a:solidFill>
                  <a:srgbClr val="FFFFFF"/>
                </a:solidFill>
              </a:defRPr>
            </a:lvl6pPr>
            <a:lvl7pPr>
              <a:defRPr sz="1500" b="0">
                <a:solidFill>
                  <a:srgbClr val="FFFFFF"/>
                </a:solidFill>
              </a:defRPr>
            </a:lvl7pPr>
            <a:lvl8pPr>
              <a:defRPr sz="1500" b="0">
                <a:solidFill>
                  <a:srgbClr val="FFFFFF"/>
                </a:solidFill>
              </a:defRPr>
            </a:lvl8pPr>
            <a:lvl9pPr>
              <a:defRPr sz="15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Next: investigate the posting decline, review extreme salary values, and test the dashboard with users.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D93C3-D332-43A0-992D-A7FE2DFB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FFFFFF"/>
                </a:solidFill>
              </a:defRPr>
            </a:defPPr>
            <a:lvl1pPr>
              <a:defRPr sz="1950" b="1">
                <a:solidFill>
                  <a:srgbClr val="FFFFFF"/>
                </a:solidFill>
              </a:defRPr>
            </a:lvl1pPr>
            <a:lvl2pPr>
              <a:defRPr sz="1950" b="1">
                <a:solidFill>
                  <a:srgbClr val="FFFFFF"/>
                </a:solidFill>
              </a:defRPr>
            </a:lvl2pPr>
            <a:lvl3pPr>
              <a:defRPr sz="1950" b="1">
                <a:solidFill>
                  <a:srgbClr val="FFFFFF"/>
                </a:solidFill>
              </a:defRPr>
            </a:lvl3pPr>
            <a:lvl4pPr>
              <a:defRPr sz="1950" b="1">
                <a:solidFill>
                  <a:srgbClr val="FFFFFF"/>
                </a:solidFill>
              </a:defRPr>
            </a:lvl4pPr>
            <a:lvl5pPr>
              <a:defRPr sz="1950" b="1">
                <a:solidFill>
                  <a:srgbClr val="FFFFFF"/>
                </a:solidFill>
              </a:defRPr>
            </a:lvl5pPr>
            <a:lvl6pPr>
              <a:defRPr sz="1950" b="1">
                <a:solidFill>
                  <a:srgbClr val="FFFFFF"/>
                </a:solidFill>
              </a:defRPr>
            </a:lvl6pPr>
            <a:lvl7pPr>
              <a:defRPr sz="1950" b="1">
                <a:solidFill>
                  <a:srgbClr val="FFFFFF"/>
                </a:solidFill>
              </a:defRPr>
            </a:lvl7pPr>
            <a:lvl8pPr>
              <a:defRPr sz="1950" b="1">
                <a:solidFill>
                  <a:srgbClr val="FFFFFF"/>
                </a:solidFill>
              </a:defRPr>
            </a:lvl8pPr>
            <a:lvl9pPr>
              <a:defRPr sz="19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Thank you · Questions?</a:t>
            </a:r>
          </a:p>
        </p:txBody>
      </p:sp>
    </p:spTree>
    <p:extLst>
      <p:ext uri="{BB962C8B-B14F-4D97-AF65-F5344CB8AC3E}">
        <p14:creationId xmlns:p14="http://schemas.microsoft.com/office/powerpoint/2010/main" val="9073212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2026-10-31T01:40:59.0830000Z</dcterms:created>
  <dcterms:modified xsi:type="dcterms:W3CDTF">2026-10-31T01:40:59.0830000Z</dcterms:modified>
</coreProperties>
</file>